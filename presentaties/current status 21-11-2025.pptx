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</p:sldMasterIdLst>
  <p:sldIdLst>
    <p:sldId id="284" r:id="rId6"/>
    <p:sldId id="286" r:id="rId7"/>
    <p:sldId id="288" r:id="rId8"/>
    <p:sldId id="292" r:id="rId9"/>
    <p:sldId id="294" r:id="rId10"/>
    <p:sldId id="291" r:id="rId11"/>
    <p:sldId id="293" r:id="rId12"/>
    <p:sldId id="29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26D59-7932-A6E6-CE06-E29AC85A5060}" v="14" dt="2025-11-21T13:51:36.936"/>
    <p1510:client id="{105138D2-7E26-45FB-A8F8-56CB9A040C00}" v="4" dt="2025-11-21T09:43:01.554"/>
    <p1510:client id="{34978C51-57C3-41E3-AC80-82F8F2D91BD1}" v="1" dt="2025-11-21T09:50:35.502"/>
    <p1510:client id="{51DEA3EB-4076-4E08-B587-41DD2A766B6F}" v="1136" dt="2025-11-21T09:40:09.472"/>
    <p1510:client id="{83744048-BC5A-4D10-ABCC-2DB901075577}" v="251" dt="2025-11-20T13:02:24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js Winkelhorst" userId="eba424e9-02c1-4c84-873a-4e19e2d81c7c" providerId="ADAL" clId="{A2683F24-1936-434E-9667-E41E780841B1}"/>
    <pc:docChg chg="custSel addSld delSld modSld sldOrd delMainMaster">
      <pc:chgData name="Gijs Winkelhorst" userId="eba424e9-02c1-4c84-873a-4e19e2d81c7c" providerId="ADAL" clId="{A2683F24-1936-434E-9667-E41E780841B1}" dt="2025-11-21T09:43:01.061" v="1632" actId="20577"/>
      <pc:docMkLst>
        <pc:docMk/>
      </pc:docMkLst>
      <pc:sldChg chg="addSp delSp modSp add mod">
        <pc:chgData name="Gijs Winkelhorst" userId="eba424e9-02c1-4c84-873a-4e19e2d81c7c" providerId="ADAL" clId="{A2683F24-1936-434E-9667-E41E780841B1}" dt="2025-11-19T13:32:31.176" v="298" actId="1076"/>
        <pc:sldMkLst>
          <pc:docMk/>
          <pc:sldMk cId="4293312249" sldId="284"/>
        </pc:sldMkLst>
        <pc:spChg chg="mod">
          <ac:chgData name="Gijs Winkelhorst" userId="eba424e9-02c1-4c84-873a-4e19e2d81c7c" providerId="ADAL" clId="{A2683F24-1936-434E-9667-E41E780841B1}" dt="2025-11-19T13:04:05.198" v="21" actId="20577"/>
          <ac:spMkLst>
            <pc:docMk/>
            <pc:sldMk cId="4293312249" sldId="284"/>
            <ac:spMk id="2" creationId="{00000000-0000-0000-0000-000000000000}"/>
          </ac:spMkLst>
        </pc:spChg>
        <pc:spChg chg="mod">
          <ac:chgData name="Gijs Winkelhorst" userId="eba424e9-02c1-4c84-873a-4e19e2d81c7c" providerId="ADAL" clId="{A2683F24-1936-434E-9667-E41E780841B1}" dt="2025-11-19T13:04:22.590" v="68" actId="20577"/>
          <ac:spMkLst>
            <pc:docMk/>
            <pc:sldMk cId="4293312249" sldId="284"/>
            <ac:spMk id="3" creationId="{00000000-0000-0000-0000-000000000000}"/>
          </ac:spMkLst>
        </pc:spChg>
        <pc:spChg chg="mod">
          <ac:chgData name="Gijs Winkelhorst" userId="eba424e9-02c1-4c84-873a-4e19e2d81c7c" providerId="ADAL" clId="{A2683F24-1936-434E-9667-E41E780841B1}" dt="2025-11-19T13:04:39.059" v="89" actId="20577"/>
          <ac:spMkLst>
            <pc:docMk/>
            <pc:sldMk cId="4293312249" sldId="284"/>
            <ac:spMk id="4" creationId="{00000000-0000-0000-0000-000000000000}"/>
          </ac:spMkLst>
        </pc:spChg>
        <pc:spChg chg="mod">
          <ac:chgData name="Gijs Winkelhorst" userId="eba424e9-02c1-4c84-873a-4e19e2d81c7c" providerId="ADAL" clId="{A2683F24-1936-434E-9667-E41E780841B1}" dt="2025-11-19T13:06:21.985" v="109" actId="14100"/>
          <ac:spMkLst>
            <pc:docMk/>
            <pc:sldMk cId="4293312249" sldId="284"/>
            <ac:spMk id="9" creationId="{00000000-0000-0000-0000-000000000000}"/>
          </ac:spMkLst>
        </pc:spChg>
        <pc:picChg chg="add mod">
          <ac:chgData name="Gijs Winkelhorst" userId="eba424e9-02c1-4c84-873a-4e19e2d81c7c" providerId="ADAL" clId="{A2683F24-1936-434E-9667-E41E780841B1}" dt="2025-11-19T13:06:26.794" v="112" actId="1076"/>
          <ac:picMkLst>
            <pc:docMk/>
            <pc:sldMk cId="4293312249" sldId="284"/>
            <ac:picMk id="1026" creationId="{64FE7EBE-19C6-0731-8B77-C731552EBFAD}"/>
          </ac:picMkLst>
        </pc:picChg>
        <pc:picChg chg="add mod">
          <ac:chgData name="Gijs Winkelhorst" userId="eba424e9-02c1-4c84-873a-4e19e2d81c7c" providerId="ADAL" clId="{A2683F24-1936-434E-9667-E41E780841B1}" dt="2025-11-19T13:32:31.176" v="298" actId="1076"/>
          <ac:picMkLst>
            <pc:docMk/>
            <pc:sldMk cId="4293312249" sldId="284"/>
            <ac:picMk id="1028" creationId="{0728EA35-0AD5-F242-17F6-DAF8C1029936}"/>
          </ac:picMkLst>
        </pc:picChg>
      </pc:sldChg>
      <pc:sldChg chg="addSp delSp modSp add mod">
        <pc:chgData name="Gijs Winkelhorst" userId="eba424e9-02c1-4c84-873a-4e19e2d81c7c" providerId="ADAL" clId="{A2683F24-1936-434E-9667-E41E780841B1}" dt="2025-11-21T09:43:01.061" v="1632" actId="20577"/>
        <pc:sldMkLst>
          <pc:docMk/>
          <pc:sldMk cId="4233357877" sldId="286"/>
        </pc:sldMkLst>
        <pc:spChg chg="add mod">
          <ac:chgData name="Gijs Winkelhorst" userId="eba424e9-02c1-4c84-873a-4e19e2d81c7c" providerId="ADAL" clId="{A2683F24-1936-434E-9667-E41E780841B1}" dt="2025-11-21T09:43:01.061" v="1632" actId="20577"/>
          <ac:spMkLst>
            <pc:docMk/>
            <pc:sldMk cId="4233357877" sldId="286"/>
            <ac:spMk id="2" creationId="{95B19C5C-D66C-BAF6-1D53-9B637BA00252}"/>
          </ac:spMkLst>
        </pc:spChg>
        <pc:spChg chg="mod">
          <ac:chgData name="Gijs Winkelhorst" userId="eba424e9-02c1-4c84-873a-4e19e2d81c7c" providerId="ADAL" clId="{A2683F24-1936-434E-9667-E41E780841B1}" dt="2025-11-19T13:06:50.024" v="136" actId="20577"/>
          <ac:spMkLst>
            <pc:docMk/>
            <pc:sldMk cId="4233357877" sldId="286"/>
            <ac:spMk id="6" creationId="{00000000-0000-0000-0000-000000000000}"/>
          </ac:spMkLst>
        </pc:spChg>
      </pc:sldChg>
      <pc:sldChg chg="addSp delSp modSp add mod">
        <pc:chgData name="Gijs Winkelhorst" userId="eba424e9-02c1-4c84-873a-4e19e2d81c7c" providerId="ADAL" clId="{A2683F24-1936-434E-9667-E41E780841B1}" dt="2025-11-21T09:07:13.936" v="1493"/>
        <pc:sldMkLst>
          <pc:docMk/>
          <pc:sldMk cId="1661500639" sldId="288"/>
        </pc:sldMkLst>
        <pc:spChg chg="mod">
          <ac:chgData name="Gijs Winkelhorst" userId="eba424e9-02c1-4c84-873a-4e19e2d81c7c" providerId="ADAL" clId="{A2683F24-1936-434E-9667-E41E780841B1}" dt="2025-11-20T13:23:29.285" v="923" actId="20577"/>
          <ac:spMkLst>
            <pc:docMk/>
            <pc:sldMk cId="1661500639" sldId="288"/>
            <ac:spMk id="6" creationId="{3283198A-2356-F7BA-6BAA-D656F68262D1}"/>
          </ac:spMkLst>
        </pc:spChg>
        <pc:spChg chg="add mod">
          <ac:chgData name="Gijs Winkelhorst" userId="eba424e9-02c1-4c84-873a-4e19e2d81c7c" providerId="ADAL" clId="{A2683F24-1936-434E-9667-E41E780841B1}" dt="2025-11-21T09:07:13.936" v="1493"/>
          <ac:spMkLst>
            <pc:docMk/>
            <pc:sldMk cId="1661500639" sldId="288"/>
            <ac:spMk id="10" creationId="{04901D22-4538-AFDE-42B3-D66AA63592B7}"/>
          </ac:spMkLst>
        </pc:spChg>
        <pc:picChg chg="add del mod">
          <ac:chgData name="Gijs Winkelhorst" userId="eba424e9-02c1-4c84-873a-4e19e2d81c7c" providerId="ADAL" clId="{A2683F24-1936-434E-9667-E41E780841B1}" dt="2025-11-20T12:55:24.532" v="318" actId="478"/>
          <ac:picMkLst>
            <pc:docMk/>
            <pc:sldMk cId="1661500639" sldId="288"/>
            <ac:picMk id="3" creationId="{8AEC4BF8-259C-AC55-FE38-C637313792B3}"/>
          </ac:picMkLst>
        </pc:picChg>
        <pc:picChg chg="add mod">
          <ac:chgData name="Gijs Winkelhorst" userId="eba424e9-02c1-4c84-873a-4e19e2d81c7c" providerId="ADAL" clId="{A2683F24-1936-434E-9667-E41E780841B1}" dt="2025-11-20T12:55:57.260" v="330" actId="1076"/>
          <ac:picMkLst>
            <pc:docMk/>
            <pc:sldMk cId="1661500639" sldId="288"/>
            <ac:picMk id="7" creationId="{8A43EFAC-1677-2927-8CCB-01D5583A11A6}"/>
          </ac:picMkLst>
        </pc:picChg>
        <pc:picChg chg="add mod">
          <ac:chgData name="Gijs Winkelhorst" userId="eba424e9-02c1-4c84-873a-4e19e2d81c7c" providerId="ADAL" clId="{A2683F24-1936-434E-9667-E41E780841B1}" dt="2025-11-20T12:56:04.259" v="333" actId="1076"/>
          <ac:picMkLst>
            <pc:docMk/>
            <pc:sldMk cId="1661500639" sldId="288"/>
            <ac:picMk id="9" creationId="{176ED793-8E8B-B513-8E33-D1AB264CD47A}"/>
          </ac:picMkLst>
        </pc:picChg>
      </pc:sldChg>
      <pc:sldChg chg="modSp add mod">
        <pc:chgData name="Gijs Winkelhorst" userId="eba424e9-02c1-4c84-873a-4e19e2d81c7c" providerId="ADAL" clId="{A2683F24-1936-434E-9667-E41E780841B1}" dt="2025-11-20T13:35:46.579" v="1284" actId="20577"/>
        <pc:sldMkLst>
          <pc:docMk/>
          <pc:sldMk cId="1717773807" sldId="290"/>
        </pc:sldMkLst>
        <pc:spChg chg="mod">
          <ac:chgData name="Gijs Winkelhorst" userId="eba424e9-02c1-4c84-873a-4e19e2d81c7c" providerId="ADAL" clId="{A2683F24-1936-434E-9667-E41E780841B1}" dt="2025-11-20T13:35:46.579" v="1284" actId="20577"/>
          <ac:spMkLst>
            <pc:docMk/>
            <pc:sldMk cId="1717773807" sldId="290"/>
            <ac:spMk id="2" creationId="{49EC28F1-1D22-3488-4956-73AF978EF103}"/>
          </ac:spMkLst>
        </pc:spChg>
        <pc:spChg chg="mod">
          <ac:chgData name="Gijs Winkelhorst" userId="eba424e9-02c1-4c84-873a-4e19e2d81c7c" providerId="ADAL" clId="{A2683F24-1936-434E-9667-E41E780841B1}" dt="2025-11-19T13:31:57.902" v="296" actId="20577"/>
          <ac:spMkLst>
            <pc:docMk/>
            <pc:sldMk cId="1717773807" sldId="290"/>
            <ac:spMk id="6" creationId="{F86D3CB3-F0A1-0F2C-992E-A920B2122810}"/>
          </ac:spMkLst>
        </pc:spChg>
      </pc:sldChg>
      <pc:sldChg chg="addSp delSp modSp add mod">
        <pc:chgData name="Gijs Winkelhorst" userId="eba424e9-02c1-4c84-873a-4e19e2d81c7c" providerId="ADAL" clId="{A2683F24-1936-434E-9667-E41E780841B1}" dt="2025-11-20T15:10:33.927" v="1413" actId="21"/>
        <pc:sldMkLst>
          <pc:docMk/>
          <pc:sldMk cId="111573407" sldId="291"/>
        </pc:sldMkLst>
        <pc:spChg chg="del mod">
          <ac:chgData name="Gijs Winkelhorst" userId="eba424e9-02c1-4c84-873a-4e19e2d81c7c" providerId="ADAL" clId="{A2683F24-1936-434E-9667-E41E780841B1}" dt="2025-11-20T12:57:54.424" v="381"/>
          <ac:spMkLst>
            <pc:docMk/>
            <pc:sldMk cId="111573407" sldId="291"/>
            <ac:spMk id="2" creationId="{0125BB21-8D7B-5FB1-7795-0E17EEDC3124}"/>
          </ac:spMkLst>
        </pc:spChg>
        <pc:spChg chg="add del mod">
          <ac:chgData name="Gijs Winkelhorst" userId="eba424e9-02c1-4c84-873a-4e19e2d81c7c" providerId="ADAL" clId="{A2683F24-1936-434E-9667-E41E780841B1}" dt="2025-11-20T13:28:13.603" v="1020"/>
          <ac:spMkLst>
            <pc:docMk/>
            <pc:sldMk cId="111573407" sldId="291"/>
            <ac:spMk id="3" creationId="{DB8AF8DD-B733-43A3-13F5-FD708C395D06}"/>
          </ac:spMkLst>
        </pc:spChg>
        <pc:spChg chg="mod">
          <ac:chgData name="Gijs Winkelhorst" userId="eba424e9-02c1-4c84-873a-4e19e2d81c7c" providerId="ADAL" clId="{A2683F24-1936-434E-9667-E41E780841B1}" dt="2025-11-20T13:28:12.793" v="1018" actId="20577"/>
          <ac:spMkLst>
            <pc:docMk/>
            <pc:sldMk cId="111573407" sldId="291"/>
            <ac:spMk id="6" creationId="{A212D8BD-E00C-19E3-A599-5CD2370AF077}"/>
          </ac:spMkLst>
        </pc:spChg>
        <pc:graphicFrameChg chg="add del mod modGraphic">
          <ac:chgData name="Gijs Winkelhorst" userId="eba424e9-02c1-4c84-873a-4e19e2d81c7c" providerId="ADAL" clId="{A2683F24-1936-434E-9667-E41E780841B1}" dt="2025-11-20T15:10:33.927" v="1413" actId="21"/>
          <ac:graphicFrameMkLst>
            <pc:docMk/>
            <pc:sldMk cId="111573407" sldId="291"/>
            <ac:graphicFrameMk id="4" creationId="{7D093062-F59E-6D57-3E8D-C1173436176A}"/>
          </ac:graphicFrameMkLst>
        </pc:graphicFrameChg>
      </pc:sldChg>
      <pc:sldChg chg="addSp delSp modSp add mod">
        <pc:chgData name="Gijs Winkelhorst" userId="eba424e9-02c1-4c84-873a-4e19e2d81c7c" providerId="ADAL" clId="{A2683F24-1936-434E-9667-E41E780841B1}" dt="2025-11-20T13:23:10.512" v="910" actId="14100"/>
        <pc:sldMkLst>
          <pc:docMk/>
          <pc:sldMk cId="3996724060" sldId="292"/>
        </pc:sldMkLst>
        <pc:spChg chg="del mod">
          <ac:chgData name="Gijs Winkelhorst" userId="eba424e9-02c1-4c84-873a-4e19e2d81c7c" providerId="ADAL" clId="{A2683F24-1936-434E-9667-E41E780841B1}" dt="2025-11-20T12:57:49.883" v="377"/>
          <ac:spMkLst>
            <pc:docMk/>
            <pc:sldMk cId="3996724060" sldId="292"/>
            <ac:spMk id="2" creationId="{D89BDE59-9427-6283-DDB4-BD3AF5ACAA86}"/>
          </ac:spMkLst>
        </pc:spChg>
        <pc:spChg chg="mod">
          <ac:chgData name="Gijs Winkelhorst" userId="eba424e9-02c1-4c84-873a-4e19e2d81c7c" providerId="ADAL" clId="{A2683F24-1936-434E-9667-E41E780841B1}" dt="2025-11-20T12:58:22.072" v="413" actId="20577"/>
          <ac:spMkLst>
            <pc:docMk/>
            <pc:sldMk cId="3996724060" sldId="292"/>
            <ac:spMk id="6" creationId="{D02E0B0B-AB6B-AC43-6CF4-AC22E09B9BD3}"/>
          </ac:spMkLst>
        </pc:spChg>
        <pc:spChg chg="add mod">
          <ac:chgData name="Gijs Winkelhorst" userId="eba424e9-02c1-4c84-873a-4e19e2d81c7c" providerId="ADAL" clId="{A2683F24-1936-434E-9667-E41E780841B1}" dt="2025-11-20T13:22:53.100" v="904" actId="1076"/>
          <ac:spMkLst>
            <pc:docMk/>
            <pc:sldMk cId="3996724060" sldId="292"/>
            <ac:spMk id="9" creationId="{7C2E7BE2-DC88-18DE-5BC2-12E530A59B5F}"/>
          </ac:spMkLst>
        </pc:spChg>
        <pc:picChg chg="add mod">
          <ac:chgData name="Gijs Winkelhorst" userId="eba424e9-02c1-4c84-873a-4e19e2d81c7c" providerId="ADAL" clId="{A2683F24-1936-434E-9667-E41E780841B1}" dt="2025-11-20T13:23:10.512" v="910" actId="14100"/>
          <ac:picMkLst>
            <pc:docMk/>
            <pc:sldMk cId="3996724060" sldId="292"/>
            <ac:picMk id="4" creationId="{C174FB6B-15B4-FECB-C59B-2C10B937D342}"/>
          </ac:picMkLst>
        </pc:picChg>
        <pc:picChg chg="add mod">
          <ac:chgData name="Gijs Winkelhorst" userId="eba424e9-02c1-4c84-873a-4e19e2d81c7c" providerId="ADAL" clId="{A2683F24-1936-434E-9667-E41E780841B1}" dt="2025-11-20T13:23:02.683" v="906" actId="1076"/>
          <ac:picMkLst>
            <pc:docMk/>
            <pc:sldMk cId="3996724060" sldId="292"/>
            <ac:picMk id="8" creationId="{AF8591DD-ACBC-E105-99B1-A4ACB0C503C7}"/>
          </ac:picMkLst>
        </pc:picChg>
      </pc:sldChg>
      <pc:sldChg chg="addSp delSp modSp add mod">
        <pc:chgData name="Gijs Winkelhorst" userId="eba424e9-02c1-4c84-873a-4e19e2d81c7c" providerId="ADAL" clId="{A2683F24-1936-434E-9667-E41E780841B1}" dt="2025-11-21T09:05:39.274" v="1446" actId="20577"/>
        <pc:sldMkLst>
          <pc:docMk/>
          <pc:sldMk cId="1349323024" sldId="293"/>
        </pc:sldMkLst>
        <pc:spChg chg="add mod">
          <ac:chgData name="Gijs Winkelhorst" userId="eba424e9-02c1-4c84-873a-4e19e2d81c7c" providerId="ADAL" clId="{A2683F24-1936-434E-9667-E41E780841B1}" dt="2025-11-21T09:05:39.274" v="1446" actId="20577"/>
          <ac:spMkLst>
            <pc:docMk/>
            <pc:sldMk cId="1349323024" sldId="293"/>
            <ac:spMk id="2" creationId="{31DA93F6-028A-F6D3-B613-A5FAF1D3432D}"/>
          </ac:spMkLst>
        </pc:spChg>
        <pc:spChg chg="mod">
          <ac:chgData name="Gijs Winkelhorst" userId="eba424e9-02c1-4c84-873a-4e19e2d81c7c" providerId="ADAL" clId="{A2683F24-1936-434E-9667-E41E780841B1}" dt="2025-11-20T13:28:28.201" v="1037" actId="20577"/>
          <ac:spMkLst>
            <pc:docMk/>
            <pc:sldMk cId="1349323024" sldId="293"/>
            <ac:spMk id="6" creationId="{91870A09-0AC8-20B0-3D18-8EE8BB87EE6F}"/>
          </ac:spMkLst>
        </pc:spChg>
        <pc:picChg chg="add mod">
          <ac:chgData name="Gijs Winkelhorst" userId="eba424e9-02c1-4c84-873a-4e19e2d81c7c" providerId="ADAL" clId="{A2683F24-1936-434E-9667-E41E780841B1}" dt="2025-11-21T08:59:38.435" v="1425" actId="1076"/>
          <ac:picMkLst>
            <pc:docMk/>
            <pc:sldMk cId="1349323024" sldId="293"/>
            <ac:picMk id="4" creationId="{F695D377-AF92-1E18-1DA2-96F9E444F9F0}"/>
          </ac:picMkLst>
        </pc:picChg>
        <pc:picChg chg="add del mod">
          <ac:chgData name="Gijs Winkelhorst" userId="eba424e9-02c1-4c84-873a-4e19e2d81c7c" providerId="ADAL" clId="{A2683F24-1936-434E-9667-E41E780841B1}" dt="2025-11-21T09:05:19.472" v="1428" actId="478"/>
          <ac:picMkLst>
            <pc:docMk/>
            <pc:sldMk cId="1349323024" sldId="293"/>
            <ac:picMk id="8" creationId="{6FAFBD6E-F740-6B6B-E37F-60F82B2BD5B1}"/>
          </ac:picMkLst>
        </pc:picChg>
        <pc:picChg chg="add mod">
          <ac:chgData name="Gijs Winkelhorst" userId="eba424e9-02c1-4c84-873a-4e19e2d81c7c" providerId="ADAL" clId="{A2683F24-1936-434E-9667-E41E780841B1}" dt="2025-11-21T09:05:23.705" v="1431" actId="1076"/>
          <ac:picMkLst>
            <pc:docMk/>
            <pc:sldMk cId="1349323024" sldId="293"/>
            <ac:picMk id="10" creationId="{4171513B-895C-6E30-86D6-5A06E00AC379}"/>
          </ac:picMkLst>
        </pc:picChg>
      </pc:sldChg>
      <pc:sldChg chg="addSp delSp modSp add mod ord">
        <pc:chgData name="Gijs Winkelhorst" userId="eba424e9-02c1-4c84-873a-4e19e2d81c7c" providerId="ADAL" clId="{A2683F24-1936-434E-9667-E41E780841B1}" dt="2025-11-21T09:42:43.064" v="1611"/>
        <pc:sldMkLst>
          <pc:docMk/>
          <pc:sldMk cId="3455634880" sldId="294"/>
        </pc:sldMkLst>
        <pc:spChg chg="del mod">
          <ac:chgData name="Gijs Winkelhorst" userId="eba424e9-02c1-4c84-873a-4e19e2d81c7c" providerId="ADAL" clId="{A2683F24-1936-434E-9667-E41E780841B1}" dt="2025-11-21T09:38:07.208" v="1505"/>
          <ac:spMkLst>
            <pc:docMk/>
            <pc:sldMk cId="3455634880" sldId="294"/>
            <ac:spMk id="2" creationId="{774CD8BE-AC40-333C-FC59-F018EA1820F5}"/>
          </ac:spMkLst>
        </pc:spChg>
        <pc:spChg chg="add mod">
          <ac:chgData name="Gijs Winkelhorst" userId="eba424e9-02c1-4c84-873a-4e19e2d81c7c" providerId="ADAL" clId="{A2683F24-1936-434E-9667-E41E780841B1}" dt="2025-11-21T09:42:17.524" v="1609" actId="20577"/>
          <ac:spMkLst>
            <pc:docMk/>
            <pc:sldMk cId="3455634880" sldId="294"/>
            <ac:spMk id="3" creationId="{451B279B-40ED-4801-23EB-A52015A33C17}"/>
          </ac:spMkLst>
        </pc:spChg>
        <pc:spChg chg="mod">
          <ac:chgData name="Gijs Winkelhorst" userId="eba424e9-02c1-4c84-873a-4e19e2d81c7c" providerId="ADAL" clId="{A2683F24-1936-434E-9667-E41E780841B1}" dt="2025-11-21T09:38:05.317" v="1503" actId="20577"/>
          <ac:spMkLst>
            <pc:docMk/>
            <pc:sldMk cId="3455634880" sldId="294"/>
            <ac:spMk id="6" creationId="{B50A605C-A494-70DC-A2FC-D7AEAE1075F0}"/>
          </ac:spMkLst>
        </pc:spChg>
        <pc:picChg chg="add mod">
          <ac:chgData name="Gijs Winkelhorst" userId="eba424e9-02c1-4c84-873a-4e19e2d81c7c" providerId="ADAL" clId="{A2683F24-1936-434E-9667-E41E780841B1}" dt="2025-11-21T09:39:25.925" v="1519" actId="1076"/>
          <ac:picMkLst>
            <pc:docMk/>
            <pc:sldMk cId="3455634880" sldId="294"/>
            <ac:picMk id="1026" creationId="{A6F8C320-A447-FE83-63C5-6CA91352C497}"/>
          </ac:picMkLst>
        </pc:picChg>
        <pc:picChg chg="add mod">
          <ac:chgData name="Gijs Winkelhorst" userId="eba424e9-02c1-4c84-873a-4e19e2d81c7c" providerId="ADAL" clId="{A2683F24-1936-434E-9667-E41E780841B1}" dt="2025-11-21T09:39:58.018" v="1527" actId="1076"/>
          <ac:picMkLst>
            <pc:docMk/>
            <pc:sldMk cId="3455634880" sldId="294"/>
            <ac:picMk id="1028" creationId="{0BDB7711-8400-A05A-7AB8-3E0EB2F26396}"/>
          </ac:picMkLst>
        </pc:picChg>
        <pc:picChg chg="add mod">
          <ac:chgData name="Gijs Winkelhorst" userId="eba424e9-02c1-4c84-873a-4e19e2d81c7c" providerId="ADAL" clId="{A2683F24-1936-434E-9667-E41E780841B1}" dt="2025-11-21T09:40:02.731" v="1530" actId="1076"/>
          <ac:picMkLst>
            <pc:docMk/>
            <pc:sldMk cId="3455634880" sldId="294"/>
            <ac:picMk id="1030" creationId="{070A2E77-F56F-98BB-0BD6-540BB812259C}"/>
          </ac:picMkLst>
        </pc:picChg>
      </pc:sldChg>
    </pc:docChg>
  </pc:docChgLst>
  <pc:docChgLst>
    <pc:chgData name="Gijs Winkelhorst" userId="S::554028@student.saxion.nl::eba424e9-02c1-4c84-873a-4e19e2d81c7c" providerId="AD" clId="Web-{0F826D59-7932-A6E6-CE06-E29AC85A5060}"/>
    <pc:docChg chg="modSld sldOrd">
      <pc:chgData name="Gijs Winkelhorst" userId="S::554028@student.saxion.nl::eba424e9-02c1-4c84-873a-4e19e2d81c7c" providerId="AD" clId="Web-{0F826D59-7932-A6E6-CE06-E29AC85A5060}" dt="2025-11-21T13:51:36.623" v="7" actId="20577"/>
      <pc:docMkLst>
        <pc:docMk/>
      </pc:docMkLst>
      <pc:sldChg chg="modSp">
        <pc:chgData name="Gijs Winkelhorst" userId="S::554028@student.saxion.nl::eba424e9-02c1-4c84-873a-4e19e2d81c7c" providerId="AD" clId="Web-{0F826D59-7932-A6E6-CE06-E29AC85A5060}" dt="2025-11-21T13:51:36.623" v="7" actId="20577"/>
        <pc:sldMkLst>
          <pc:docMk/>
          <pc:sldMk cId="4233357877" sldId="286"/>
        </pc:sldMkLst>
        <pc:spChg chg="mod">
          <ac:chgData name="Gijs Winkelhorst" userId="S::554028@student.saxion.nl::eba424e9-02c1-4c84-873a-4e19e2d81c7c" providerId="AD" clId="Web-{0F826D59-7932-A6E6-CE06-E29AC85A5060}" dt="2025-11-21T13:51:36.623" v="7" actId="20577"/>
          <ac:spMkLst>
            <pc:docMk/>
            <pc:sldMk cId="4233357877" sldId="286"/>
            <ac:spMk id="2" creationId="{95B19C5C-D66C-BAF6-1D53-9B637BA00252}"/>
          </ac:spMkLst>
        </pc:spChg>
      </pc:sldChg>
      <pc:sldChg chg="ord">
        <pc:chgData name="Gijs Winkelhorst" userId="S::554028@student.saxion.nl::eba424e9-02c1-4c84-873a-4e19e2d81c7c" providerId="AD" clId="Web-{0F826D59-7932-A6E6-CE06-E29AC85A5060}" dt="2025-11-21T13:50:07.620" v="0"/>
        <pc:sldMkLst>
          <pc:docMk/>
          <pc:sldMk cId="3455634880" sldId="294"/>
        </pc:sldMkLst>
      </pc:sldChg>
    </pc:docChg>
  </pc:docChgLst>
  <pc:docChgLst>
    <pc:chgData name="Sven Kerkhof" userId="d6e3c3e5-5d3b-4c1b-82bf-312b76147dd9" providerId="ADAL" clId="{48162F8E-3394-4AA0-8F78-5583DAB46CED}"/>
    <pc:docChg chg="undo custSel addSld delSld modSld">
      <pc:chgData name="Sven Kerkhof" userId="d6e3c3e5-5d3b-4c1b-82bf-312b76147dd9" providerId="ADAL" clId="{48162F8E-3394-4AA0-8F78-5583DAB46CED}" dt="2025-11-21T09:50:35.502" v="373" actId="47"/>
      <pc:docMkLst>
        <pc:docMk/>
      </pc:docMkLst>
      <pc:sldChg chg="modSp mod">
        <pc:chgData name="Sven Kerkhof" userId="d6e3c3e5-5d3b-4c1b-82bf-312b76147dd9" providerId="ADAL" clId="{48162F8E-3394-4AA0-8F78-5583DAB46CED}" dt="2025-11-20T12:58:35.303" v="236" actId="20577"/>
        <pc:sldMkLst>
          <pc:docMk/>
          <pc:sldMk cId="4233357877" sldId="286"/>
        </pc:sldMkLst>
        <pc:spChg chg="mod">
          <ac:chgData name="Sven Kerkhof" userId="d6e3c3e5-5d3b-4c1b-82bf-312b76147dd9" providerId="ADAL" clId="{48162F8E-3394-4AA0-8F78-5583DAB46CED}" dt="2025-11-20T12:58:35.303" v="236" actId="20577"/>
          <ac:spMkLst>
            <pc:docMk/>
            <pc:sldMk cId="4233357877" sldId="286"/>
            <ac:spMk id="2" creationId="{95B19C5C-D66C-BAF6-1D53-9B637BA00252}"/>
          </ac:spMkLst>
        </pc:spChg>
      </pc:sldChg>
      <pc:sldChg chg="addSp modSp mod">
        <pc:chgData name="Sven Kerkhof" userId="d6e3c3e5-5d3b-4c1b-82bf-312b76147dd9" providerId="ADAL" clId="{48162F8E-3394-4AA0-8F78-5583DAB46CED}" dt="2025-11-20T13:02:24.639" v="244" actId="14100"/>
        <pc:sldMkLst>
          <pc:docMk/>
          <pc:sldMk cId="1717773807" sldId="290"/>
        </pc:sldMkLst>
        <pc:spChg chg="add mod">
          <ac:chgData name="Sven Kerkhof" userId="d6e3c3e5-5d3b-4c1b-82bf-312b76147dd9" providerId="ADAL" clId="{48162F8E-3394-4AA0-8F78-5583DAB46CED}" dt="2025-11-20T12:46:11.263" v="140" actId="14100"/>
          <ac:spMkLst>
            <pc:docMk/>
            <pc:sldMk cId="1717773807" sldId="290"/>
            <ac:spMk id="2" creationId="{49EC28F1-1D22-3488-4956-73AF978EF103}"/>
          </ac:spMkLst>
        </pc:spChg>
        <pc:spChg chg="add">
          <ac:chgData name="Sven Kerkhof" userId="d6e3c3e5-5d3b-4c1b-82bf-312b76147dd9" providerId="ADAL" clId="{48162F8E-3394-4AA0-8F78-5583DAB46CED}" dt="2025-11-20T12:46:45.627" v="141"/>
          <ac:spMkLst>
            <pc:docMk/>
            <pc:sldMk cId="1717773807" sldId="290"/>
            <ac:spMk id="3" creationId="{67B120B4-861A-E884-C846-668E57077B6A}"/>
          </ac:spMkLst>
        </pc:spChg>
        <pc:picChg chg="add mod">
          <ac:chgData name="Sven Kerkhof" userId="d6e3c3e5-5d3b-4c1b-82bf-312b76147dd9" providerId="ADAL" clId="{48162F8E-3394-4AA0-8F78-5583DAB46CED}" dt="2025-11-20T12:47:13.671" v="148" actId="1076"/>
          <ac:picMkLst>
            <pc:docMk/>
            <pc:sldMk cId="1717773807" sldId="290"/>
            <ac:picMk id="4" creationId="{86EA3812-0C0E-662A-697E-DB4CA7E110E5}"/>
          </ac:picMkLst>
        </pc:picChg>
        <pc:picChg chg="add mod">
          <ac:chgData name="Sven Kerkhof" userId="d6e3c3e5-5d3b-4c1b-82bf-312b76147dd9" providerId="ADAL" clId="{48162F8E-3394-4AA0-8F78-5583DAB46CED}" dt="2025-11-20T12:55:12.999" v="157" actId="14100"/>
          <ac:picMkLst>
            <pc:docMk/>
            <pc:sldMk cId="1717773807" sldId="290"/>
            <ac:picMk id="7" creationId="{13ABF800-80AC-5841-3CA7-75FDDAE8AD2D}"/>
          </ac:picMkLst>
        </pc:picChg>
        <pc:picChg chg="add mod">
          <ac:chgData name="Sven Kerkhof" userId="d6e3c3e5-5d3b-4c1b-82bf-312b76147dd9" providerId="ADAL" clId="{48162F8E-3394-4AA0-8F78-5583DAB46CED}" dt="2025-11-20T12:55:28.073" v="162" actId="14100"/>
          <ac:picMkLst>
            <pc:docMk/>
            <pc:sldMk cId="1717773807" sldId="290"/>
            <ac:picMk id="8" creationId="{094DB8FA-2A72-FECD-EEC7-79241E2E064B}"/>
          </ac:picMkLst>
        </pc:picChg>
        <pc:picChg chg="add mod">
          <ac:chgData name="Sven Kerkhof" userId="d6e3c3e5-5d3b-4c1b-82bf-312b76147dd9" providerId="ADAL" clId="{48162F8E-3394-4AA0-8F78-5583DAB46CED}" dt="2025-11-20T13:02:24.639" v="244" actId="14100"/>
          <ac:picMkLst>
            <pc:docMk/>
            <pc:sldMk cId="1717773807" sldId="290"/>
            <ac:picMk id="9" creationId="{36A5932F-F9C5-5A62-509D-06838C2F0133}"/>
          </ac:picMkLst>
        </pc:picChg>
        <pc:picChg chg="add mod">
          <ac:chgData name="Sven Kerkhof" userId="d6e3c3e5-5d3b-4c1b-82bf-312b76147dd9" providerId="ADAL" clId="{48162F8E-3394-4AA0-8F78-5583DAB46CED}" dt="2025-11-20T12:48:40.703" v="152" actId="14100"/>
          <ac:picMkLst>
            <pc:docMk/>
            <pc:sldMk cId="1717773807" sldId="290"/>
            <ac:picMk id="1028" creationId="{A7278756-8BDF-B8F5-4E73-5DD902DE3AE6}"/>
          </ac:picMkLst>
        </pc:picChg>
        <pc:picChg chg="add">
          <ac:chgData name="Sven Kerkhof" userId="d6e3c3e5-5d3b-4c1b-82bf-312b76147dd9" providerId="ADAL" clId="{48162F8E-3394-4AA0-8F78-5583DAB46CED}" dt="2025-11-20T12:55:03.100" v="153"/>
          <ac:picMkLst>
            <pc:docMk/>
            <pc:sldMk cId="1717773807" sldId="290"/>
            <ac:picMk id="1030" creationId="{52FD4C44-6A71-D8E7-50D1-912B79756E00}"/>
          </ac:picMkLst>
        </pc:picChg>
        <pc:picChg chg="add">
          <ac:chgData name="Sven Kerkhof" userId="d6e3c3e5-5d3b-4c1b-82bf-312b76147dd9" providerId="ADAL" clId="{48162F8E-3394-4AA0-8F78-5583DAB46CED}" dt="2025-11-20T12:55:20.142" v="158"/>
          <ac:picMkLst>
            <pc:docMk/>
            <pc:sldMk cId="1717773807" sldId="290"/>
            <ac:picMk id="1032" creationId="{0C74736C-C08B-B7A7-F840-AD7971A60B09}"/>
          </ac:picMkLst>
        </pc:picChg>
        <pc:picChg chg="add mod">
          <ac:chgData name="Sven Kerkhof" userId="d6e3c3e5-5d3b-4c1b-82bf-312b76147dd9" providerId="ADAL" clId="{48162F8E-3394-4AA0-8F78-5583DAB46CED}" dt="2025-11-20T13:02:16.711" v="240" actId="1076"/>
          <ac:picMkLst>
            <pc:docMk/>
            <pc:sldMk cId="1717773807" sldId="290"/>
            <ac:picMk id="1034" creationId="{D695FFDA-937E-C030-C2BD-E2BD3A569FDD}"/>
          </ac:picMkLst>
        </pc:picChg>
        <pc:picChg chg="add">
          <ac:chgData name="Sven Kerkhof" userId="d6e3c3e5-5d3b-4c1b-82bf-312b76147dd9" providerId="ADAL" clId="{48162F8E-3394-4AA0-8F78-5583DAB46CED}" dt="2025-11-20T13:02:18.359" v="241"/>
          <ac:picMkLst>
            <pc:docMk/>
            <pc:sldMk cId="1717773807" sldId="290"/>
            <ac:picMk id="1036" creationId="{62599837-CDA0-4D23-A3D2-7CF46C89FE32}"/>
          </ac:picMkLst>
        </pc:picChg>
      </pc:sldChg>
      <pc:sldChg chg="addSp delSp modSp mod">
        <pc:chgData name="Sven Kerkhof" userId="d6e3c3e5-5d3b-4c1b-82bf-312b76147dd9" providerId="ADAL" clId="{48162F8E-3394-4AA0-8F78-5583DAB46CED}" dt="2025-11-20T20:24:21.559" v="283" actId="1076"/>
        <pc:sldMkLst>
          <pc:docMk/>
          <pc:sldMk cId="111573407" sldId="291"/>
        </pc:sldMkLst>
        <pc:picChg chg="add mod modCrop">
          <ac:chgData name="Sven Kerkhof" userId="d6e3c3e5-5d3b-4c1b-82bf-312b76147dd9" providerId="ADAL" clId="{48162F8E-3394-4AA0-8F78-5583DAB46CED}" dt="2025-11-20T20:22:26.019" v="266" actId="732"/>
          <ac:picMkLst>
            <pc:docMk/>
            <pc:sldMk cId="111573407" sldId="291"/>
            <ac:picMk id="8" creationId="{C98401D3-121F-B678-52D2-1CDADD3177DD}"/>
          </ac:picMkLst>
        </pc:picChg>
        <pc:picChg chg="add del mod modCrop">
          <ac:chgData name="Sven Kerkhof" userId="d6e3c3e5-5d3b-4c1b-82bf-312b76147dd9" providerId="ADAL" clId="{48162F8E-3394-4AA0-8F78-5583DAB46CED}" dt="2025-11-20T20:22:44.059" v="267" actId="478"/>
          <ac:picMkLst>
            <pc:docMk/>
            <pc:sldMk cId="111573407" sldId="291"/>
            <ac:picMk id="10" creationId="{CC55E482-617D-E77A-771C-94149F5F47D2}"/>
          </ac:picMkLst>
        </pc:picChg>
        <pc:picChg chg="add mod modCrop">
          <ac:chgData name="Sven Kerkhof" userId="d6e3c3e5-5d3b-4c1b-82bf-312b76147dd9" providerId="ADAL" clId="{48162F8E-3394-4AA0-8F78-5583DAB46CED}" dt="2025-11-20T20:23:49.782" v="280" actId="1076"/>
          <ac:picMkLst>
            <pc:docMk/>
            <pc:sldMk cId="111573407" sldId="291"/>
            <ac:picMk id="12" creationId="{D1C7DA5B-FAE1-ED07-90D0-F9F0123D7DF4}"/>
          </ac:picMkLst>
        </pc:picChg>
        <pc:picChg chg="add mod">
          <ac:chgData name="Sven Kerkhof" userId="d6e3c3e5-5d3b-4c1b-82bf-312b76147dd9" providerId="ADAL" clId="{48162F8E-3394-4AA0-8F78-5583DAB46CED}" dt="2025-11-20T20:24:21.559" v="283" actId="1076"/>
          <ac:picMkLst>
            <pc:docMk/>
            <pc:sldMk cId="111573407" sldId="291"/>
            <ac:picMk id="14" creationId="{A76CB50D-E41D-5065-B31F-59E63A39B614}"/>
          </ac:picMkLst>
        </pc:picChg>
      </pc:sldChg>
      <pc:sldChg chg="modSp mod">
        <pc:chgData name="Sven Kerkhof" userId="d6e3c3e5-5d3b-4c1b-82bf-312b76147dd9" providerId="ADAL" clId="{48162F8E-3394-4AA0-8F78-5583DAB46CED}" dt="2025-11-20T20:26:06.854" v="334" actId="20577"/>
        <pc:sldMkLst>
          <pc:docMk/>
          <pc:sldMk cId="1349323024" sldId="293"/>
        </pc:sldMkLst>
        <pc:spChg chg="mod">
          <ac:chgData name="Sven Kerkhof" userId="d6e3c3e5-5d3b-4c1b-82bf-312b76147dd9" providerId="ADAL" clId="{48162F8E-3394-4AA0-8F78-5583DAB46CED}" dt="2025-11-20T20:26:06.854" v="334" actId="20577"/>
          <ac:spMkLst>
            <pc:docMk/>
            <pc:sldMk cId="1349323024" sldId="293"/>
            <ac:spMk id="2" creationId="{31DA93F6-028A-F6D3-B613-A5FAF1D3432D}"/>
          </ac:spMkLst>
        </pc:spChg>
      </pc:sldChg>
      <pc:sldChg chg="addSp delSp modSp new mod modTransition">
        <pc:chgData name="Sven Kerkhof" userId="d6e3c3e5-5d3b-4c1b-82bf-312b76147dd9" providerId="ADAL" clId="{48162F8E-3394-4AA0-8F78-5583DAB46CED}" dt="2025-11-21T09:43:01.554" v="372"/>
        <pc:sldMkLst>
          <pc:docMk/>
          <pc:sldMk cId="4004596221" sldId="294"/>
        </pc:sldMkLst>
        <pc:spChg chg="mod">
          <ac:chgData name="Sven Kerkhof" userId="d6e3c3e5-5d3b-4c1b-82bf-312b76147dd9" providerId="ADAL" clId="{48162F8E-3394-4AA0-8F78-5583DAB46CED}" dt="2025-11-21T09:38:27.403" v="342" actId="20577"/>
          <ac:spMkLst>
            <pc:docMk/>
            <pc:sldMk cId="4004596221" sldId="294"/>
            <ac:spMk id="2" creationId="{0C5C707A-E053-9288-6E1F-35F433E799B0}"/>
          </ac:spMkLst>
        </pc:spChg>
        <pc:spChg chg="del">
          <ac:chgData name="Sven Kerkhof" userId="d6e3c3e5-5d3b-4c1b-82bf-312b76147dd9" providerId="ADAL" clId="{48162F8E-3394-4AA0-8F78-5583DAB46CED}" dt="2025-11-21T09:39:32.660" v="343" actId="931"/>
          <ac:spMkLst>
            <pc:docMk/>
            <pc:sldMk cId="4004596221" sldId="294"/>
            <ac:spMk id="3" creationId="{C33CE093-31DF-8242-29E1-0F7F5F62F1EC}"/>
          </ac:spMkLst>
        </pc:spChg>
        <pc:picChg chg="add mod ord">
          <ac:chgData name="Sven Kerkhof" userId="d6e3c3e5-5d3b-4c1b-82bf-312b76147dd9" providerId="ADAL" clId="{48162F8E-3394-4AA0-8F78-5583DAB46CED}" dt="2025-11-21T09:42:13.903" v="370" actId="1076"/>
          <ac:picMkLst>
            <pc:docMk/>
            <pc:sldMk cId="4004596221" sldId="294"/>
            <ac:picMk id="5" creationId="{05F1DE9C-556A-7BF9-C7B9-21DFDBC08072}"/>
          </ac:picMkLst>
        </pc:picChg>
        <pc:picChg chg="add mod ord modCrop">
          <ac:chgData name="Sven Kerkhof" userId="d6e3c3e5-5d3b-4c1b-82bf-312b76147dd9" providerId="ADAL" clId="{48162F8E-3394-4AA0-8F78-5583DAB46CED}" dt="2025-11-21T09:42:18.111" v="371" actId="14100"/>
          <ac:picMkLst>
            <pc:docMk/>
            <pc:sldMk cId="4004596221" sldId="294"/>
            <ac:picMk id="7" creationId="{95E2755B-9ED6-86AF-FBB2-EAC67B28A9C6}"/>
          </ac:picMkLst>
        </pc:picChg>
        <pc:picChg chg="add mod modCrop">
          <ac:chgData name="Sven Kerkhof" userId="d6e3c3e5-5d3b-4c1b-82bf-312b76147dd9" providerId="ADAL" clId="{48162F8E-3394-4AA0-8F78-5583DAB46CED}" dt="2025-11-21T09:41:47.190" v="364" actId="1076"/>
          <ac:picMkLst>
            <pc:docMk/>
            <pc:sldMk cId="4004596221" sldId="294"/>
            <ac:picMk id="9" creationId="{AF6DC30C-BAC0-5F2A-631F-0804EEE736CC}"/>
          </ac:picMkLst>
        </pc:picChg>
      </pc:sldChg>
      <pc:sldChg chg="new del">
        <pc:chgData name="Sven Kerkhof" userId="d6e3c3e5-5d3b-4c1b-82bf-312b76147dd9" providerId="ADAL" clId="{48162F8E-3394-4AA0-8F78-5583DAB46CED}" dt="2025-11-21T09:41:16.639" v="357" actId="680"/>
        <pc:sldMkLst>
          <pc:docMk/>
          <pc:sldMk cId="517324535" sldId="295"/>
        </pc:sldMkLst>
      </pc:sldChg>
      <pc:sldChg chg="del">
        <pc:chgData name="Sven Kerkhof" userId="d6e3c3e5-5d3b-4c1b-82bf-312b76147dd9" providerId="ADAL" clId="{48162F8E-3394-4AA0-8F78-5583DAB46CED}" dt="2025-11-21T09:50:35.502" v="373" actId="47"/>
        <pc:sldMkLst>
          <pc:docMk/>
          <pc:sldMk cId="4004596221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PAGINA WI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1359C912-5BE2-0949-A6E6-E5772BB54BD3}"/>
              </a:ext>
            </a:extLst>
          </p:cNvPr>
          <p:cNvSpPr/>
          <p:nvPr userDrawn="1"/>
        </p:nvSpPr>
        <p:spPr>
          <a:xfrm>
            <a:off x="0" y="0"/>
            <a:ext cx="4118919" cy="6858000"/>
          </a:xfrm>
          <a:prstGeom prst="rect">
            <a:avLst/>
          </a:prstGeom>
          <a:solidFill>
            <a:srgbClr val="009C82"/>
          </a:solidFill>
          <a:ln>
            <a:solidFill>
              <a:srgbClr val="009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69671D-7FBA-F94F-99E6-915DE56A8E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0" y="643693"/>
            <a:ext cx="6286500" cy="49244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500" b="1" i="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Klik om titel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BFF6E1D-D5AB-5646-8382-E424A5FED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0" y="1419509"/>
            <a:ext cx="6286500" cy="10717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2B1C033-E69B-F545-BC59-8701A6033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1" y="3846324"/>
            <a:ext cx="6286500" cy="2625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nl-NL"/>
              <a:t>Tekststijl van het model bewerken
Tweede niveau
Derde niveau
Vierde niveau
Vijfde niveau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AD87E8E-77DC-8842-A40B-C4955B9575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0" y="3448209"/>
            <a:ext cx="6286500" cy="398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400" b="1" i="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Tussenkop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AA0FAF0F-FE3B-E34A-88BF-FDD0848A27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225" y="643693"/>
            <a:ext cx="3352800" cy="2571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3000" b="1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Kopregel van de pagina over meerdere regels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D160F68-52A6-B94F-9CB0-039BA88F1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226" y="5970195"/>
            <a:ext cx="1384385" cy="5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6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PAGINA WI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1359C912-5BE2-0949-A6E6-E5772BB54BD3}"/>
              </a:ext>
            </a:extLst>
          </p:cNvPr>
          <p:cNvSpPr/>
          <p:nvPr userDrawn="1"/>
        </p:nvSpPr>
        <p:spPr>
          <a:xfrm>
            <a:off x="0" y="0"/>
            <a:ext cx="4118919" cy="6858000"/>
          </a:xfrm>
          <a:prstGeom prst="rect">
            <a:avLst/>
          </a:prstGeom>
          <a:solidFill>
            <a:srgbClr val="009C82"/>
          </a:solidFill>
          <a:ln>
            <a:solidFill>
              <a:srgbClr val="009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AA0FAF0F-FE3B-E34A-88BF-FDD0848A27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225" y="643693"/>
            <a:ext cx="3352800" cy="2571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3000" b="1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Kopregel van de pagina over meerdere regels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D160F68-52A6-B94F-9CB0-039BA88F1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226" y="5970195"/>
            <a:ext cx="1384385" cy="504743"/>
          </a:xfrm>
          <a:prstGeom prst="rect">
            <a:avLst/>
          </a:prstGeom>
        </p:spPr>
      </p:pic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AFA084CB-F740-D447-81B8-74D1ADD933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8919" y="0"/>
            <a:ext cx="807308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029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PAGINA WI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9671D-7FBA-F94F-99E6-915DE56A8E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681793"/>
            <a:ext cx="10325100" cy="49244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500" b="1" i="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Klik om titel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BFF6E1D-D5AB-5646-8382-E424A5FED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503330"/>
            <a:ext cx="10325100" cy="8541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2B1C033-E69B-F545-BC59-8701A6033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2021" y="3046224"/>
            <a:ext cx="10317477" cy="2625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nl-NL"/>
              <a:t>Tekststijl van het model bewerken
Tweede niveau
Derde niveau
Vierde niveau
Vijfde niveau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AD87E8E-77DC-8842-A40B-C4955B9575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020" y="2655729"/>
            <a:ext cx="10317479" cy="398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400" b="1" i="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Tussenkop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D160F68-52A6-B94F-9CB0-039BA88F1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226" y="5970195"/>
            <a:ext cx="1384385" cy="5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30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AX_PPT_NL_Achtergr6.jpg                                       000B06DB VIAServer                      7C268895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05"/>
          <a:stretch>
            <a:fillRect/>
          </a:stretch>
        </p:blipFill>
        <p:spPr bwMode="auto">
          <a:xfrm>
            <a:off x="0" y="1"/>
            <a:ext cx="12192000" cy="62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91744" y="274638"/>
            <a:ext cx="7790656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3392" y="1600201"/>
            <a:ext cx="10959008" cy="4525963"/>
          </a:xfrm>
        </p:spPr>
        <p:txBody>
          <a:bodyPr/>
          <a:lstStyle>
            <a:lvl1pPr>
              <a:defRPr sz="2800">
                <a:latin typeface="Lucida Sans Unicode" pitchFamily="34" charset="0"/>
                <a:cs typeface="Lucida Sans Unicode" pitchFamily="34" charset="0"/>
              </a:defRPr>
            </a:lvl1pPr>
            <a:lvl2pPr>
              <a:defRPr sz="2400">
                <a:latin typeface="Lucida Sans Unicode" pitchFamily="34" charset="0"/>
                <a:cs typeface="Lucida Sans Unicode" pitchFamily="34" charset="0"/>
              </a:defRPr>
            </a:lvl2pPr>
            <a:lvl3pPr>
              <a:defRPr sz="2400">
                <a:latin typeface="Lucida Sans Unicode" pitchFamily="34" charset="0"/>
                <a:cs typeface="Lucida Sans Unicode" pitchFamily="34" charset="0"/>
              </a:defRPr>
            </a:lvl3pPr>
            <a:lvl4pPr>
              <a:defRPr sz="2000">
                <a:latin typeface="Lucida Sans Unicode" pitchFamily="34" charset="0"/>
                <a:cs typeface="Lucida Sans Unicode" pitchFamily="34" charset="0"/>
              </a:defRPr>
            </a:lvl4pPr>
            <a:lvl5pPr>
              <a:defRPr sz="2000">
                <a:latin typeface="Lucida Sans Unicode" pitchFamily="34" charset="0"/>
                <a:cs typeface="Lucida Sans Unicode" pitchFamily="34" charset="0"/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5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PAGIN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4D8C8-0AB1-2448-A6DF-6BBA590E7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800" y="1397114"/>
            <a:ext cx="7137400" cy="1640113"/>
          </a:xfrm>
          <a:prstGeom prst="rect">
            <a:avLst/>
          </a:prstGeom>
        </p:spPr>
        <p:txBody>
          <a:bodyPr anchor="t" anchorCtr="0"/>
          <a:lstStyle>
            <a:lvl1pPr algn="l">
              <a:defRPr sz="600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A499700-B9BB-A947-9129-0B07C50F1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662895"/>
            <a:ext cx="7137400" cy="4837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rgbClr val="009C8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056" y="4107317"/>
            <a:ext cx="7130143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Voor- en achternaam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FE9B30-A0E5-2B42-A3F7-39B541E6A8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315" y="5443051"/>
            <a:ext cx="2416628" cy="881095"/>
          </a:xfrm>
          <a:prstGeom prst="rect">
            <a:avLst/>
          </a:prstGeom>
        </p:spPr>
      </p:pic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11798C3A-C13F-C146-81C9-576C1036A8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13713" y="0"/>
            <a:ext cx="4078287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38" y="4467095"/>
            <a:ext cx="7129462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53178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PAGINA 2">
    <p:bg>
      <p:bgPr>
        <a:solidFill>
          <a:srgbClr val="009C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4D8C8-0AB1-2448-A6DF-6BBA590E7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800" y="1397114"/>
            <a:ext cx="7137400" cy="1640113"/>
          </a:xfrm>
          <a:prstGeom prst="rect">
            <a:avLst/>
          </a:prstGeom>
        </p:spPr>
        <p:txBody>
          <a:bodyPr anchor="t" anchorCtr="0"/>
          <a:lstStyle>
            <a:lvl1pPr algn="l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A499700-B9BB-A947-9129-0B07C50F1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662895"/>
            <a:ext cx="7137400" cy="4837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056" y="4107317"/>
            <a:ext cx="7130143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Voor- en achternaam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FE9B30-A0E5-2B42-A3F7-39B541E6A8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316" y="5443051"/>
            <a:ext cx="2416626" cy="881095"/>
          </a:xfrm>
          <a:prstGeom prst="rect">
            <a:avLst/>
          </a:prstGeom>
        </p:spPr>
      </p:pic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11798C3A-C13F-C146-81C9-576C1036A8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13713" y="0"/>
            <a:ext cx="4078287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38" y="4467095"/>
            <a:ext cx="7129462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6800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PAGINA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4D8C8-0AB1-2448-A6DF-6BBA590E7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800" y="2064479"/>
            <a:ext cx="3392854" cy="95179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A499700-B9BB-A947-9129-0B07C50F1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708016"/>
            <a:ext cx="3392854" cy="10986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rgbClr val="009C8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057" y="3866097"/>
            <a:ext cx="3385598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Voor- en achternaam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FE9B30-A0E5-2B42-A3F7-39B541E6A8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315" y="5443051"/>
            <a:ext cx="2416628" cy="881095"/>
          </a:xfrm>
          <a:prstGeom prst="rect">
            <a:avLst/>
          </a:prstGeom>
        </p:spPr>
      </p:pic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11798C3A-C13F-C146-81C9-576C1036A8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9439" y="0"/>
            <a:ext cx="789256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38" y="4225875"/>
            <a:ext cx="3384916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69264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PAGINA 4">
    <p:bg>
      <p:bgPr>
        <a:solidFill>
          <a:srgbClr val="009C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4D8C8-0AB1-2448-A6DF-6BBA590E7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800" y="2064479"/>
            <a:ext cx="3392854" cy="95179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A499700-B9BB-A947-9129-0B07C50F1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708016"/>
            <a:ext cx="3392854" cy="10986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057" y="3866097"/>
            <a:ext cx="3385598" cy="298223"/>
          </a:xfrm>
          <a:prstGeom prst="rect">
            <a:avLst/>
          </a:prstGeom>
          <a:solidFill>
            <a:srgbClr val="009C82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Voor- en achternaam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FE9B30-A0E5-2B42-A3F7-39B541E6A8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316" y="5443051"/>
            <a:ext cx="2416626" cy="881095"/>
          </a:xfrm>
          <a:prstGeom prst="rect">
            <a:avLst/>
          </a:prstGeom>
        </p:spPr>
      </p:pic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11798C3A-C13F-C146-81C9-576C1036A8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9439" y="0"/>
            <a:ext cx="789256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738" y="4225875"/>
            <a:ext cx="3384916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360068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9DA9556-A50B-514C-A621-890C66E2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7DA80B5-FFA5-074C-AAFF-6F5416425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nl-NL"/>
              <a:t>Tekststijl van het model bewerken
Tweede niveau
Derde niveau
Vierde niveau
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6CBA5A-E60B-9A45-B7E7-B51BA684E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88121-4CF1-0740-9923-D3BB68E96F8B}" type="datetimeFigureOut">
              <a:rPr lang="nl-NL" smtClean="0"/>
              <a:t>21-11-2025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A2FC12-09A4-1647-B7BB-29C1CC23C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B8B6AD7-D85E-A64A-AEF6-FAF226D7F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0D296-92C0-C142-818A-2354D3E0D7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415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4D837DA-FABA-3546-A43B-51E625E5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4E2487A-C8F4-C24D-AD61-730020702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nl-NL"/>
              <a:t>Tekststijl van het model bewerken
Tweede niveau
Derde niveau
Vierde niveau
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F60052-FB6A-D644-BA84-C1877F323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784F1-87F4-1E4E-8BE6-226224343AC9}" type="datetimeFigureOut">
              <a:rPr lang="nl-NL" smtClean="0"/>
              <a:t>21-11-2025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86A606-F8E1-D746-A2B7-95193B58E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3899B9-3FBD-724F-8DD6-79FD07A37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F8AFB-431F-D14E-89B9-6CC921BB45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57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Current status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31800" y="2945267"/>
            <a:ext cx="7137400" cy="483733"/>
          </a:xfrm>
        </p:spPr>
        <p:txBody>
          <a:bodyPr/>
          <a:lstStyle/>
          <a:p>
            <a:r>
              <a:rPr lang="en-US"/>
              <a:t>Project Gear Deburr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39057" y="3820774"/>
            <a:ext cx="7130143" cy="1220463"/>
          </a:xfrm>
        </p:spPr>
        <p:txBody>
          <a:bodyPr>
            <a:normAutofit/>
          </a:bodyPr>
          <a:lstStyle/>
          <a:p>
            <a:r>
              <a:rPr lang="en-US"/>
              <a:t>- Gijs Winkelhorst</a:t>
            </a:r>
          </a:p>
          <a:p>
            <a:r>
              <a:rPr lang="en-US"/>
              <a:t>- Sven Kerkhoff</a:t>
            </a:r>
          </a:p>
        </p:txBody>
      </p:sp>
      <p:sp>
        <p:nvSpPr>
          <p:cNvPr id="9" name="Rechthoek 8"/>
          <p:cNvSpPr/>
          <p:nvPr/>
        </p:nvSpPr>
        <p:spPr>
          <a:xfrm>
            <a:off x="9116008" y="0"/>
            <a:ext cx="466199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26" name="Picture 2" descr="HUIMA SPECIALS – Drive solutions">
            <a:extLst>
              <a:ext uri="{FF2B5EF4-FFF2-40B4-BE49-F238E27FC236}">
                <a16:creationId xmlns:a16="http://schemas.microsoft.com/office/drawing/2014/main" id="{64FE7EBE-19C6-0731-8B77-C731552EB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280" y="210304"/>
            <a:ext cx="25241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ar Processing Process (7 Steps Make You Feel Simple) - Richconn">
            <a:extLst>
              <a:ext uri="{FF2B5EF4-FFF2-40B4-BE49-F238E27FC236}">
                <a16:creationId xmlns:a16="http://schemas.microsoft.com/office/drawing/2014/main" id="{0728EA35-0AD5-F242-17F6-DAF8C102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073" y="2330111"/>
            <a:ext cx="32004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312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5E90BDC-2B92-472F-A9D5-25FC5A7E5219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95B19C5C-D66C-BAF6-1D53-9B637BA00252}"/>
              </a:ext>
            </a:extLst>
          </p:cNvPr>
          <p:cNvSpPr txBox="1"/>
          <p:nvPr/>
        </p:nvSpPr>
        <p:spPr>
          <a:xfrm>
            <a:off x="625151" y="1586204"/>
            <a:ext cx="3130874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nl-NL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Current</a:t>
            </a:r>
            <a:r>
              <a:rPr lang="nl-NL" dirty="0"/>
              <a:t> 3d model</a:t>
            </a:r>
            <a:endParaRPr lang="nl-NL" dirty="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err="1"/>
              <a:t>Overview</a:t>
            </a:r>
            <a:endParaRPr lang="nl-NL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How does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?</a:t>
            </a:r>
            <a:endParaRPr lang="nl-NL" dirty="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 </a:t>
            </a:r>
            <a:r>
              <a:rPr lang="nl-NL" dirty="0" err="1"/>
              <a:t>Components</a:t>
            </a:r>
            <a:endParaRPr lang="nl-NL" dirty="0" err="1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>
                <a:cs typeface="Arial"/>
              </a:rPr>
              <a:t>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issues</a:t>
            </a:r>
            <a:endParaRPr lang="nl-NL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Future</a:t>
            </a:r>
            <a:r>
              <a:rPr lang="nl-NL" dirty="0"/>
              <a:t> </a:t>
            </a:r>
            <a:r>
              <a:rPr lang="nl-NL" dirty="0" err="1"/>
              <a:t>plans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3357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4881-687B-B783-7CF8-D4D1E032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283198A-2356-F7BA-6BAA-D656F68262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3d model overview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4E63105-9182-EAF0-7B1A-7C84BDD1C503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A43EFAC-1677-2927-8CCB-01D5583A1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393" y="0"/>
            <a:ext cx="4657068" cy="3751843"/>
          </a:xfrm>
          <a:prstGeom prst="rect">
            <a:avLst/>
          </a:prstGeom>
        </p:spPr>
      </p:pic>
      <p:pic>
        <p:nvPicPr>
          <p:cNvPr id="9" name="Afbeelding 8" descr="Afbeelding met schets&#10;&#10;Door AI gegenereerde inhoud is mogelijk onjuist.">
            <a:extLst>
              <a:ext uri="{FF2B5EF4-FFF2-40B4-BE49-F238E27FC236}">
                <a16:creationId xmlns:a16="http://schemas.microsoft.com/office/drawing/2014/main" id="{176ED793-8E8B-B513-8E33-D1AB264CD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273" y="3429000"/>
            <a:ext cx="3707822" cy="3441278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04901D22-4538-AFDE-42B3-D66AA63592B7}"/>
              </a:ext>
            </a:extLst>
          </p:cNvPr>
          <p:cNvSpPr txBox="1"/>
          <p:nvPr/>
        </p:nvSpPr>
        <p:spPr>
          <a:xfrm>
            <a:off x="602428" y="1538344"/>
            <a:ext cx="23128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Bosch </a:t>
            </a:r>
            <a:r>
              <a:rPr lang="nl-NL" err="1"/>
              <a:t>rexroth</a:t>
            </a:r>
            <a:r>
              <a:rPr lang="nl-NL"/>
              <a:t> frame 30x30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Deburring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a steel brush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adjustable to the diameter and height of the gear wheel</a:t>
            </a: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1500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809C-5110-7145-F091-89110E54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02E0B0B-AB6B-AC43-6CF4-AC22E09B9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How does it work?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E1B51F8-99E0-23A2-CF4E-7417C1BA9FD4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4" name="Afbeelding 3" descr="Afbeelding met schermopname, 3d-modellering, microscoop&#10;&#10;Door AI gegenereerde inhoud is mogelijk onjuist.">
            <a:extLst>
              <a:ext uri="{FF2B5EF4-FFF2-40B4-BE49-F238E27FC236}">
                <a16:creationId xmlns:a16="http://schemas.microsoft.com/office/drawing/2014/main" id="{C174FB6B-15B4-FECB-C59B-2C10B937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076" y="3481918"/>
            <a:ext cx="3883582" cy="3248820"/>
          </a:xfrm>
          <a:prstGeom prst="rect">
            <a:avLst/>
          </a:prstGeom>
        </p:spPr>
      </p:pic>
      <p:pic>
        <p:nvPicPr>
          <p:cNvPr id="8" name="Afbeelding 7" descr="Afbeelding met schermopname, machine, microscoop&#10;&#10;Door AI gegenereerde inhoud is mogelijk onjuist.">
            <a:extLst>
              <a:ext uri="{FF2B5EF4-FFF2-40B4-BE49-F238E27FC236}">
                <a16:creationId xmlns:a16="http://schemas.microsoft.com/office/drawing/2014/main" id="{AF8591DD-ACBC-E105-99B1-A4ACB0C50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076" y="9086"/>
            <a:ext cx="3856743" cy="3419914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7C2E7BE2-DC88-18DE-5BC2-12E530A59B5F}"/>
              </a:ext>
            </a:extLst>
          </p:cNvPr>
          <p:cNvSpPr txBox="1"/>
          <p:nvPr/>
        </p:nvSpPr>
        <p:spPr>
          <a:xfrm>
            <a:off x="403225" y="1610805"/>
            <a:ext cx="303365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/>
              <a:t>Step 1: </a:t>
            </a:r>
          </a:p>
          <a:p>
            <a:r>
              <a:rPr lang="nl-NL" sz="1200"/>
              <a:t>Gear is </a:t>
            </a:r>
            <a:r>
              <a:rPr lang="nl-NL" sz="1200" err="1"/>
              <a:t>placed</a:t>
            </a:r>
            <a:r>
              <a:rPr lang="nl-NL" sz="1200"/>
              <a:t> on </a:t>
            </a:r>
            <a:r>
              <a:rPr lang="nl-NL" sz="1200" err="1"/>
              <a:t>the</a:t>
            </a:r>
            <a:r>
              <a:rPr lang="nl-NL" sz="1200"/>
              <a:t> </a:t>
            </a:r>
            <a:r>
              <a:rPr lang="nl-NL" sz="1200" err="1"/>
              <a:t>turntable</a:t>
            </a:r>
            <a:r>
              <a:rPr lang="nl-NL" sz="1200"/>
              <a:t> </a:t>
            </a:r>
            <a:r>
              <a:rPr lang="nl-NL" sz="1200" err="1"/>
              <a:t>by</a:t>
            </a:r>
            <a:r>
              <a:rPr lang="nl-NL" sz="1200"/>
              <a:t> hand or </a:t>
            </a:r>
            <a:r>
              <a:rPr lang="nl-NL" sz="1200" err="1"/>
              <a:t>by</a:t>
            </a:r>
            <a:r>
              <a:rPr lang="nl-NL" sz="1200"/>
              <a:t> a robot</a:t>
            </a:r>
          </a:p>
          <a:p>
            <a:endParaRPr lang="nl-NL" sz="1200"/>
          </a:p>
          <a:p>
            <a:r>
              <a:rPr lang="nl-NL" sz="1200"/>
              <a:t>Step 2: </a:t>
            </a:r>
          </a:p>
          <a:p>
            <a:r>
              <a:rPr lang="nl-NL" sz="1200" err="1"/>
              <a:t>Pneumatic</a:t>
            </a:r>
            <a:r>
              <a:rPr lang="nl-NL" sz="1200"/>
              <a:t> cilinder </a:t>
            </a:r>
            <a:r>
              <a:rPr lang="nl-NL" sz="1200" err="1"/>
              <a:t>with</a:t>
            </a:r>
            <a:r>
              <a:rPr lang="nl-NL" sz="1200"/>
              <a:t> </a:t>
            </a:r>
            <a:r>
              <a:rPr lang="nl-NL" sz="1200" err="1"/>
              <a:t>rotating</a:t>
            </a:r>
            <a:r>
              <a:rPr lang="nl-NL" sz="1200"/>
              <a:t> center </a:t>
            </a:r>
            <a:r>
              <a:rPr lang="nl-NL" sz="1200" err="1"/>
              <a:t>presses</a:t>
            </a:r>
            <a:r>
              <a:rPr lang="nl-NL" sz="1200"/>
              <a:t> </a:t>
            </a:r>
            <a:r>
              <a:rPr lang="nl-NL" sz="1200" err="1"/>
              <a:t>the</a:t>
            </a:r>
            <a:r>
              <a:rPr lang="nl-NL" sz="1200"/>
              <a:t> </a:t>
            </a:r>
            <a:r>
              <a:rPr lang="nl-NL" sz="1200" err="1"/>
              <a:t>gear</a:t>
            </a:r>
            <a:r>
              <a:rPr lang="nl-NL" sz="1200"/>
              <a:t> </a:t>
            </a:r>
            <a:r>
              <a:rPr lang="nl-NL" sz="1200" err="1"/>
              <a:t>onto</a:t>
            </a:r>
            <a:r>
              <a:rPr lang="nl-NL" sz="1200"/>
              <a:t> </a:t>
            </a:r>
            <a:r>
              <a:rPr lang="nl-NL" sz="1200" err="1"/>
              <a:t>the</a:t>
            </a:r>
            <a:r>
              <a:rPr lang="nl-NL" sz="1200"/>
              <a:t> </a:t>
            </a:r>
            <a:r>
              <a:rPr lang="nl-NL" sz="1200" err="1"/>
              <a:t>turntable</a:t>
            </a:r>
            <a:endParaRPr lang="nl-NL" sz="1200"/>
          </a:p>
          <a:p>
            <a:endParaRPr lang="nl-NL" sz="1200"/>
          </a:p>
          <a:p>
            <a:r>
              <a:rPr lang="nl-NL" sz="1200"/>
              <a:t>Step 3:</a:t>
            </a:r>
          </a:p>
          <a:p>
            <a:r>
              <a:rPr lang="en-US" sz="1200"/>
              <a:t>steel brush moves to the correct diameter position and is pressed against the gear wheel</a:t>
            </a:r>
          </a:p>
          <a:p>
            <a:endParaRPr lang="nl-NL" sz="1200"/>
          </a:p>
          <a:p>
            <a:r>
              <a:rPr lang="nl-NL" sz="1200"/>
              <a:t>Step 4:</a:t>
            </a:r>
          </a:p>
          <a:p>
            <a:r>
              <a:rPr lang="nl-NL" sz="1200"/>
              <a:t>Steel brush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turntable</a:t>
            </a:r>
            <a:r>
              <a:rPr lang="nl-NL" sz="1200"/>
              <a:t> starts </a:t>
            </a:r>
            <a:r>
              <a:rPr lang="nl-NL" sz="1200" err="1"/>
              <a:t>to</a:t>
            </a:r>
            <a:r>
              <a:rPr lang="nl-NL" sz="1200"/>
              <a:t> </a:t>
            </a:r>
            <a:r>
              <a:rPr lang="nl-NL" sz="1200" err="1"/>
              <a:t>rotate</a:t>
            </a:r>
            <a:r>
              <a:rPr lang="nl-NL" sz="1200"/>
              <a:t>. -&gt; </a:t>
            </a:r>
            <a:r>
              <a:rPr lang="nl-NL" sz="1200" err="1"/>
              <a:t>gear</a:t>
            </a:r>
            <a:r>
              <a:rPr lang="nl-NL" sz="1200"/>
              <a:t> is </a:t>
            </a:r>
            <a:r>
              <a:rPr lang="nl-NL" sz="1200" err="1"/>
              <a:t>getting</a:t>
            </a:r>
            <a:r>
              <a:rPr lang="nl-NL" sz="1200"/>
              <a:t> </a:t>
            </a:r>
            <a:r>
              <a:rPr lang="nl-NL" sz="1200" err="1"/>
              <a:t>deburred</a:t>
            </a:r>
            <a:endParaRPr lang="nl-NL" sz="1200"/>
          </a:p>
          <a:p>
            <a:endParaRPr lang="nl-NL" sz="1200"/>
          </a:p>
          <a:p>
            <a:r>
              <a:rPr lang="nl-NL" sz="1200"/>
              <a:t>Step 5:</a:t>
            </a:r>
          </a:p>
          <a:p>
            <a:r>
              <a:rPr lang="nl-NL" sz="1200" err="1"/>
              <a:t>Everything</a:t>
            </a:r>
            <a:r>
              <a:rPr lang="nl-NL" sz="1200"/>
              <a:t> returns </a:t>
            </a:r>
            <a:r>
              <a:rPr lang="nl-NL" sz="1200" err="1"/>
              <a:t>to</a:t>
            </a:r>
            <a:r>
              <a:rPr lang="nl-NL" sz="1200"/>
              <a:t> </a:t>
            </a:r>
            <a:r>
              <a:rPr lang="nl-NL" sz="1200" err="1"/>
              <a:t>its</a:t>
            </a:r>
            <a:r>
              <a:rPr lang="nl-NL" sz="1200"/>
              <a:t> </a:t>
            </a:r>
            <a:r>
              <a:rPr lang="nl-NL" sz="1200" err="1"/>
              <a:t>starting</a:t>
            </a:r>
            <a:r>
              <a:rPr lang="nl-NL" sz="1200"/>
              <a:t> </a:t>
            </a:r>
            <a:r>
              <a:rPr lang="nl-NL" sz="1200" err="1"/>
              <a:t>position</a:t>
            </a:r>
            <a:endParaRPr lang="nl-NL" sz="1200"/>
          </a:p>
          <a:p>
            <a:endParaRPr lang="nl-NL" sz="1200"/>
          </a:p>
          <a:p>
            <a:r>
              <a:rPr lang="nl-NL" sz="1200"/>
              <a:t>Step 6:</a:t>
            </a:r>
          </a:p>
          <a:p>
            <a:r>
              <a:rPr lang="nl-NL" sz="1200"/>
              <a:t>Gear </a:t>
            </a:r>
            <a:r>
              <a:rPr lang="nl-NL" sz="1200" err="1"/>
              <a:t>can</a:t>
            </a:r>
            <a:r>
              <a:rPr lang="nl-NL" sz="1200"/>
              <a:t> </a:t>
            </a:r>
            <a:r>
              <a:rPr lang="nl-NL" sz="1200" err="1"/>
              <a:t>be</a:t>
            </a:r>
            <a:r>
              <a:rPr lang="nl-NL" sz="1200"/>
              <a:t> taken out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6724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2DD0-0598-409C-BF87-EE62239A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50A605C-A494-70DC-A2FC-D7AEAE1075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C05854E-2E86-C7E1-7833-6B617375FF3F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F8C320-A447-FE83-63C5-6CA91352C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677" y="223283"/>
            <a:ext cx="3046284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BDB7711-8400-A05A-7AB8-3E0EB2F26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249" y="193237"/>
            <a:ext cx="3906526" cy="345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70A2E77-F56F-98BB-0BD6-540BB8122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0" y="3652916"/>
            <a:ext cx="3281937" cy="306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451B279B-40ED-4801-23EB-A52015A33C17}"/>
              </a:ext>
            </a:extLst>
          </p:cNvPr>
          <p:cNvSpPr txBox="1"/>
          <p:nvPr/>
        </p:nvSpPr>
        <p:spPr>
          <a:xfrm>
            <a:off x="403225" y="1499191"/>
            <a:ext cx="2744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Testing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robot </a:t>
            </a:r>
            <a:r>
              <a:rPr lang="nl-NL" err="1"/>
              <a:t>and</a:t>
            </a:r>
            <a:r>
              <a:rPr lang="nl-NL"/>
              <a:t> steel brush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burrs</a:t>
            </a:r>
            <a:r>
              <a:rPr lang="nl-NL"/>
              <a:t> have been </a:t>
            </a:r>
            <a:r>
              <a:rPr lang="nl-NL" err="1"/>
              <a:t>removed</a:t>
            </a: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5634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C11D-C965-FDA4-286F-DD5A4673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212D8BD-E00C-19E3-A599-5CD2370AF0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Components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1261F37-97B3-EE97-AF3C-D4D7D0C83891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8401D3-121F-B678-52D2-1CDADD3177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8" t="4660" r="5785"/>
          <a:stretch>
            <a:fillRect/>
          </a:stretch>
        </p:blipFill>
        <p:spPr>
          <a:xfrm>
            <a:off x="4953000" y="0"/>
            <a:ext cx="5630430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C7DA5B-FAE1-ED07-90D0-F9F0123D7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8" t="6290" b="3288"/>
          <a:stretch>
            <a:fillRect/>
          </a:stretch>
        </p:blipFill>
        <p:spPr>
          <a:xfrm>
            <a:off x="4953000" y="3562109"/>
            <a:ext cx="5630430" cy="32958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6CB50D-E41D-5065-B31F-59E63A39B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27" y="2069548"/>
            <a:ext cx="3732396" cy="364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3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1950-AE31-7768-F3E2-DBBD4987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1870A09-0AC8-20B0-3D18-8EE8BB87EE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issues 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E4704D2-8224-8C4E-B9D3-57066522D00E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1DA93F6-028A-F6D3-B613-A5FAF1D3432D}"/>
              </a:ext>
            </a:extLst>
          </p:cNvPr>
          <p:cNvSpPr txBox="1"/>
          <p:nvPr/>
        </p:nvSpPr>
        <p:spPr>
          <a:xfrm>
            <a:off x="527901" y="1574276"/>
            <a:ext cx="26583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bending</a:t>
            </a:r>
            <a:r>
              <a:rPr lang="nl-NL"/>
              <a:t> force on motor </a:t>
            </a:r>
            <a:r>
              <a:rPr lang="nl-NL" err="1"/>
              <a:t>axis</a:t>
            </a:r>
            <a:r>
              <a:rPr lang="nl-NL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Bending</a:t>
            </a:r>
            <a:r>
              <a:rPr lang="nl-NL"/>
              <a:t> force </a:t>
            </a:r>
            <a:r>
              <a:rPr lang="nl-NL" err="1"/>
              <a:t>supporting</a:t>
            </a:r>
            <a:r>
              <a:rPr lang="nl-NL"/>
              <a:t> </a:t>
            </a:r>
            <a:r>
              <a:rPr lang="nl-NL" err="1"/>
              <a:t>gear</a:t>
            </a: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Moment of </a:t>
            </a:r>
            <a:r>
              <a:rPr lang="nl-NL" err="1"/>
              <a:t>inertia</a:t>
            </a:r>
            <a:r>
              <a:rPr lang="nl-NL"/>
              <a:t> of </a:t>
            </a:r>
            <a:r>
              <a:rPr lang="nl-NL" err="1"/>
              <a:t>turntable</a:t>
            </a:r>
            <a:r>
              <a:rPr lang="nl-NL"/>
              <a:t> on motor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Safety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Dust in machine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695D377-AF92-1E18-1DA2-96F9E444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35906"/>
            <a:ext cx="3943900" cy="207674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171513B-895C-6E30-86D6-5A06E00A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60" y="3215443"/>
            <a:ext cx="4982270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2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C145-DFB1-C3C1-DB66-49BA6440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86D3CB3-F0A1-0F2C-992E-A920B21228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Future plans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D8E2C4C-E47A-5B0A-3EB3-66C0EFB92DB3}"/>
              </a:ext>
            </a:extLst>
          </p:cNvPr>
          <p:cNvSpPr txBox="1">
            <a:spLocks/>
          </p:cNvSpPr>
          <p:nvPr/>
        </p:nvSpPr>
        <p:spPr>
          <a:xfrm>
            <a:off x="4953000" y="4147309"/>
            <a:ext cx="6286500" cy="49244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i="0" kern="1200" baseline="0">
                <a:solidFill>
                  <a:srgbClr val="009C8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09C8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C28F1-1D22-3488-4956-73AF978EF103}"/>
              </a:ext>
            </a:extLst>
          </p:cNvPr>
          <p:cNvSpPr txBox="1"/>
          <p:nvPr/>
        </p:nvSpPr>
        <p:spPr>
          <a:xfrm>
            <a:off x="640079" y="1627632"/>
            <a:ext cx="35686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/>
              <a:t>Finalize 3d model and components</a:t>
            </a:r>
          </a:p>
          <a:p>
            <a:pPr marL="285750" indent="-285750">
              <a:buFontTx/>
              <a:buChar char="-"/>
            </a:pPr>
            <a:r>
              <a:rPr lang="en-GB"/>
              <a:t>Wiring</a:t>
            </a:r>
          </a:p>
          <a:p>
            <a:pPr marL="285750" indent="-285750">
              <a:buFontTx/>
              <a:buChar char="-"/>
            </a:pPr>
            <a:r>
              <a:rPr lang="en-GB"/>
              <a:t>Building the prototype</a:t>
            </a:r>
          </a:p>
          <a:p>
            <a:pPr marL="285750" indent="-285750">
              <a:buFontTx/>
              <a:buChar char="-"/>
            </a:pPr>
            <a:r>
              <a:rPr lang="en-GB"/>
              <a:t>Programming</a:t>
            </a:r>
          </a:p>
          <a:p>
            <a:pPr marL="285750" indent="-285750">
              <a:buFontTx/>
              <a:buChar char="-"/>
            </a:pPr>
            <a:r>
              <a:rPr lang="en-GB"/>
              <a:t>testing</a:t>
            </a:r>
          </a:p>
          <a:p>
            <a:pPr marL="285750" indent="-285750">
              <a:buFontTx/>
              <a:buChar char="-"/>
            </a:pP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A3812-0C0E-662A-697E-DB4CA7E11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825" y="2096083"/>
            <a:ext cx="8069175" cy="2571750"/>
          </a:xfrm>
          <a:prstGeom prst="rect">
            <a:avLst/>
          </a:prstGeom>
        </p:spPr>
      </p:pic>
      <p:pic>
        <p:nvPicPr>
          <p:cNvPr id="1028" name="Picture 4" descr="Linear actuator GKA4270-600-12N-P5 - GMT Europe GmbH">
            <a:extLst>
              <a:ext uri="{FF2B5EF4-FFF2-40B4-BE49-F238E27FC236}">
                <a16:creationId xmlns:a16="http://schemas.microsoft.com/office/drawing/2014/main" id="{A7278756-8BDF-B8F5-4E73-5DD902DE3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25" y="0"/>
            <a:ext cx="3683629" cy="206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BF800-80AC-5841-3CA7-75FDDAE8A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934" y="0"/>
            <a:ext cx="3758066" cy="2096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4DB8FA-2A72-FECD-EEC7-79241E2E0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825" y="4647822"/>
            <a:ext cx="3683629" cy="2210178"/>
          </a:xfrm>
          <a:prstGeom prst="rect">
            <a:avLst/>
          </a:prstGeom>
        </p:spPr>
      </p:pic>
      <p:pic>
        <p:nvPicPr>
          <p:cNvPr id="1034" name="Picture 10" descr="Wire Brush 75mm x 6mm Shank | FaithfullTools.com">
            <a:extLst>
              <a:ext uri="{FF2B5EF4-FFF2-40B4-BE49-F238E27FC236}">
                <a16:creationId xmlns:a16="http://schemas.microsoft.com/office/drawing/2014/main" id="{D695FFDA-937E-C030-C2BD-E2BD3A569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0" r="11914"/>
          <a:stretch>
            <a:fillRect/>
          </a:stretch>
        </p:blipFill>
        <p:spPr bwMode="auto">
          <a:xfrm>
            <a:off x="9999946" y="4694128"/>
            <a:ext cx="2192054" cy="21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A5932F-F9C5-5A62-509D-06838C2F01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6454" y="4662814"/>
            <a:ext cx="2192054" cy="219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73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PAGINA W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voorlichtingen open dagen nwe huisstijl - WB 181017" id="{FDF27851-1D3B-4FC1-B580-97F9AEEF3E90}" vid="{AAC3692D-7730-4BAA-A81C-FA4CBFF5C442}"/>
    </a:ext>
  </a:extLst>
</a:theme>
</file>

<file path=ppt/theme/theme2.xml><?xml version="1.0" encoding="utf-8"?>
<a:theme xmlns:a="http://schemas.openxmlformats.org/drawingml/2006/main" name="STARTPAG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voorlichtingen open dagen nwe huisstijl - WB 181017" id="{FDF27851-1D3B-4FC1-B580-97F9AEEF3E90}" vid="{85B88F07-B163-4F28-AD64-E3F78534EE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fe66e1-c1d4-4b45-94dc-99525816186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4CE4358CF9434AACD5F17CD166EEBE" ma:contentTypeVersion="9" ma:contentTypeDescription="Een nieuw document maken." ma:contentTypeScope="" ma:versionID="cf89470076de35d0a5b5aeeca6b16c34">
  <xsd:schema xmlns:xsd="http://www.w3.org/2001/XMLSchema" xmlns:xs="http://www.w3.org/2001/XMLSchema" xmlns:p="http://schemas.microsoft.com/office/2006/metadata/properties" xmlns:ns2="71fe66e1-c1d4-4b45-94dc-995258161867" targetNamespace="http://schemas.microsoft.com/office/2006/metadata/properties" ma:root="true" ma:fieldsID="2f8bb612c7413dc673f9a9b95387ed20" ns2:_="">
    <xsd:import namespace="71fe66e1-c1d4-4b45-94dc-9952581618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e66e1-c1d4-4b45-94dc-9952581618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CB712A-B898-4DE0-AA87-E4268D1632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9DE26E-7DB8-4BBF-BF68-968FBD34FCC6}">
  <ds:schemaRefs>
    <ds:schemaRef ds:uri="71fe66e1-c1d4-4b45-94dc-9952581618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C263C8-5A75-43A6-8FDF-EB217B3ABBE3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CONTENTPAGINA WIT</vt:lpstr>
      <vt:lpstr>STARTPAGINA</vt:lpstr>
      <vt:lpstr>Current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2025-11-19T13:01:05Z</dcterms:created>
  <dcterms:modified xsi:type="dcterms:W3CDTF">2025-11-21T13:51:39Z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0x010100E64CE4358CF9434AACD5F17CD166EEBE</vt:lpwstr>
  </property>
  <property fmtid="{D5CDD505-2E9C-101B-9397-08002B2CF9AE}" pid="3" name="MediaServiceImageTags">
    <vt:lpwstr/>
  </property>
</Properties>
</file>