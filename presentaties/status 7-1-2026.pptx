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660"/>
  </p:normalViewPr>
  <p:slideViewPr>
    <p:cSldViewPr snapToGrid="0">
      <p:cViewPr varScale="1">
        <p:scale>
          <a:sx n="72" d="100"/>
          <a:sy n="72" d="100"/>
        </p:scale>
        <p:origin x="96" y="2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en Kerkhof" userId="d6e3c3e5-5d3b-4c1b-82bf-312b76147dd9" providerId="ADAL" clId="{48162F8E-3394-4AA0-8F78-5583DAB46CED}"/>
    <pc:docChg chg="custSel modSld">
      <pc:chgData name="Sven Kerkhof" userId="d6e3c3e5-5d3b-4c1b-82bf-312b76147dd9" providerId="ADAL" clId="{48162F8E-3394-4AA0-8F78-5583DAB46CED}" dt="2026-01-06T12:09:19.151" v="22" actId="5793"/>
      <pc:docMkLst>
        <pc:docMk/>
      </pc:docMkLst>
      <pc:sldChg chg="modSp mod">
        <pc:chgData name="Sven Kerkhof" userId="d6e3c3e5-5d3b-4c1b-82bf-312b76147dd9" providerId="ADAL" clId="{48162F8E-3394-4AA0-8F78-5583DAB46CED}" dt="2026-01-06T12:09:19.151" v="22" actId="5793"/>
        <pc:sldMkLst>
          <pc:docMk/>
          <pc:sldMk cId="1524564500" sldId="256"/>
        </pc:sldMkLst>
        <pc:spChg chg="mod">
          <ac:chgData name="Sven Kerkhof" userId="d6e3c3e5-5d3b-4c1b-82bf-312b76147dd9" providerId="ADAL" clId="{48162F8E-3394-4AA0-8F78-5583DAB46CED}" dt="2026-01-06T12:09:19.151" v="22" actId="5793"/>
          <ac:spMkLst>
            <pc:docMk/>
            <pc:sldMk cId="1524564500" sldId="256"/>
            <ac:spMk id="2" creationId="{5D097A24-9364-71B5-8404-03CED8993E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7E82-9969-F219-2FE1-24ED78F7C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6AEC4-AA2D-0378-7777-32C9F0D36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A5617-1E2E-8F8B-82F4-0C26AC874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AD0C7-43B5-548D-2D9F-4D119267B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3C622-FC69-039E-9932-A90C5DE70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5978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0D3C3-01A5-AAAD-8491-59F032F58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EE0A1-8E21-B7D1-8FB5-8E43C5181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E9576-6898-A906-1D08-BF72308C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A56BB-E5ED-594C-07D0-9B235572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E08EF-D8EF-32A5-1F31-000A6D4F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3060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C513-B620-53CB-2B7C-B1A4B3783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AB97A-81C5-0717-3E4F-747242B6A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D2168-FAB1-8E8F-5BE9-E79CB9684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6A40D-368E-310F-CA1B-1AE2A772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D9BB6-E5A6-A7B2-BA24-37C12B5F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15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FF2A-BB91-88CB-8D15-695BA75E4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16253-4580-D322-E24F-60AE17892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7504B-CD1E-8814-6A66-256B89DD3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45507-A128-EF52-2C29-DBF5B3EE3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71A49-50E0-4D40-0D4B-0C00ED67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D2BC1-78B2-E9A2-278E-D135CC5F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21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5200-48BF-A90A-91A3-4F426FA0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96F27-5395-2AD1-F89A-C99863B34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12B53-9F70-8937-3BA2-ADA93BA8C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E314D-D5B2-A606-56D7-621E61F80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185A9-EFCC-B5C6-1760-468C45D9C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DDED7-E24F-A78A-8139-A3D15402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37035A-2FA6-97AC-66D0-B51B728DE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CB6DC8-CC13-350A-2A66-F1A89F8E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1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004E8-3A33-01A0-2E3A-17BBC567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89AF4-6D80-356E-15A6-B9CBAA5D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17775-0C98-7EF5-A5D1-1BDBAEF3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D2BEE-52B0-7CB4-1560-6742B1DD9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315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61A59-AA1F-21EE-7D05-32128D4D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BC5CE1-9FD2-D4F0-3F93-78336952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FF63-EB98-84A3-47D7-AE44C1F7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673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75AE-FCED-B6BC-6A5C-7B667E681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45329-FF2A-244F-E29D-1787B3CC0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18C2B-F76E-106A-43F5-0C5EB20E5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E839B-A5F6-8833-489C-5EB8A6B3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0E131-536F-076D-6B95-C15A3588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9A1D2-BA9F-AF9A-CE6A-1B4BB9C4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084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C419-8D3C-F27F-F283-397E68BE6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EF20F5-ED01-4517-133C-8C976B830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B78E6-571B-1B6A-904A-8D1B092D5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C16FD-1FC9-216C-A756-9AA885E68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30574-6260-074F-81D8-BAE3B897C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89FD3-3C2D-7803-6EB5-55786562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5706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58BB-9EB6-C9F0-4050-08C0BA9B1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5131C-23F4-9FFF-7308-A5D70ADAF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C53F4-5515-4A00-1232-E23CE2A9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299B6-B9FC-55C5-3EDF-DBA6F84B4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F3C39-0480-F721-657C-35AB0259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840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98B2C-AF1C-B2E4-90E0-9EEF960B7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5CB1DC-AF1A-F93A-F78B-18770ECB1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A8783-B5AA-A2F3-8570-D3D056EF8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8646E-6EB9-8E21-619A-4312B920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44F54-4D72-4B32-8994-C17F045CC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7425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E9D07-4136-4D43-89E7-68E8C0B4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F4AA4-84B7-C7E0-F991-279E78BEF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E65D1-57A6-6360-92EB-320589549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36535-6B9E-46DD-B34C-01B553C1D3F3}" type="datetimeFigureOut">
              <a:rPr lang="nl-NL" smtClean="0"/>
              <a:t>6-1-2026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D4F9B-E493-7EEB-82C1-EBC91A18C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A032F-D2F5-670C-7272-129DBA482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72CA9-23E7-4D70-95F5-5BA98BCB33C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71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97A24-9364-71B5-8404-03CED8993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Current 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A49AD-F8C1-3020-9EDA-D773F55F42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4564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fe66e1-c1d4-4b45-94dc-99525816186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4CE4358CF9434AACD5F17CD166EEBE" ma:contentTypeVersion="9" ma:contentTypeDescription="Create a new document." ma:contentTypeScope="" ma:versionID="d8c6b96ea35f4f9a21b369027ccf4dae">
  <xsd:schema xmlns:xsd="http://www.w3.org/2001/XMLSchema" xmlns:xs="http://www.w3.org/2001/XMLSchema" xmlns:p="http://schemas.microsoft.com/office/2006/metadata/properties" xmlns:ns2="71fe66e1-c1d4-4b45-94dc-995258161867" targetNamespace="http://schemas.microsoft.com/office/2006/metadata/properties" ma:root="true" ma:fieldsID="039ad375b376bd67de7713ea3f626dec" ns2:_="">
    <xsd:import namespace="71fe66e1-c1d4-4b45-94dc-9952581618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fe66e1-c1d4-4b45-94dc-9952581618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a23b583-fc58-4aef-a739-6987dbfb33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548623-7EC5-41F6-B5DA-00D461A78265}">
  <ds:schemaRefs>
    <ds:schemaRef ds:uri="http://schemas.microsoft.com/office/2006/metadata/properties"/>
    <ds:schemaRef ds:uri="http://schemas.microsoft.com/office/infopath/2007/PartnerControls"/>
    <ds:schemaRef ds:uri="71fe66e1-c1d4-4b45-94dc-995258161867"/>
  </ds:schemaRefs>
</ds:datastoreItem>
</file>

<file path=customXml/itemProps2.xml><?xml version="1.0" encoding="utf-8"?>
<ds:datastoreItem xmlns:ds="http://schemas.openxmlformats.org/officeDocument/2006/customXml" ds:itemID="{3EB5BC56-916A-4128-B390-63C3DEB8CE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fe66e1-c1d4-4b45-94dc-9952581618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64FE1A-CF47-4F02-867A-A58D00F2D7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Current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Sven Kerkhof</dc:creator>
  <cp:lastModifiedBy>Sven Kerkhof</cp:lastModifiedBy>
  <cp:revision>1</cp:revision>
  <dcterms:created xsi:type="dcterms:W3CDTF">2026-01-06T11:35:45Z</dcterms:created>
  <dcterms:modified xsi:type="dcterms:W3CDTF">2026-01-06T12:09:22Z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0x010100E64CE4358CF9434AACD5F17CD166EEBE</vt:lpwstr>
  </property>
  <property fmtid="{D5CDD505-2E9C-101B-9397-08002B2CF9AE}" pid="3" name="MediaServiceImageTags">
    <vt:lpwstr/>
  </property>
</Properties>
</file>