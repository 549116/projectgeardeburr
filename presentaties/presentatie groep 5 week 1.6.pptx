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6" r:id="rId7"/>
    <p:sldId id="258" r:id="rId8"/>
    <p:sldId id="259" r:id="rId9"/>
    <p:sldId id="260" r:id="rId10"/>
    <p:sldId id="261" r:id="rId11"/>
    <p:sldId id="265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418C62-C290-C415-B81A-1BC5C015E002}" v="12" dt="2025-10-06T08:32:09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js Winkelhorst" userId="S::554028@student.saxion.nl::eba424e9-02c1-4c84-873a-4e19e2d81c7c" providerId="AD" clId="Web-{3B418C62-C290-C415-B81A-1BC5C015E002}"/>
    <pc:docChg chg="modSld">
      <pc:chgData name="Gijs Winkelhorst" userId="S::554028@student.saxion.nl::eba424e9-02c1-4c84-873a-4e19e2d81c7c" providerId="AD" clId="Web-{3B418C62-C290-C415-B81A-1BC5C015E002}" dt="2025-10-06T08:32:09.871" v="11" actId="20577"/>
      <pc:docMkLst>
        <pc:docMk/>
      </pc:docMkLst>
      <pc:sldChg chg="modSp">
        <pc:chgData name="Gijs Winkelhorst" userId="S::554028@student.saxion.nl::eba424e9-02c1-4c84-873a-4e19e2d81c7c" providerId="AD" clId="Web-{3B418C62-C290-C415-B81A-1BC5C015E002}" dt="2025-10-06T08:32:09.871" v="11" actId="20577"/>
        <pc:sldMkLst>
          <pc:docMk/>
          <pc:sldMk cId="2888414975" sldId="265"/>
        </pc:sldMkLst>
        <pc:spChg chg="mod">
          <ac:chgData name="Gijs Winkelhorst" userId="S::554028@student.saxion.nl::eba424e9-02c1-4c84-873a-4e19e2d81c7c" providerId="AD" clId="Web-{3B418C62-C290-C415-B81A-1BC5C015E002}" dt="2025-10-06T08:32:09.871" v="11" actId="20577"/>
          <ac:spMkLst>
            <pc:docMk/>
            <pc:sldMk cId="2888414975" sldId="265"/>
            <ac:spMk id="3" creationId="{9133833F-F552-FF7D-01CF-D6CE163F0606}"/>
          </ac:spMkLst>
        </pc:spChg>
      </pc:sldChg>
    </pc:docChg>
  </pc:docChgLst>
  <pc:docChgLst>
    <pc:chgData name="Sven Kerkhof" userId="d6e3c3e5-5d3b-4c1b-82bf-312b76147dd9" providerId="ADAL" clId="{AF9F8052-675E-4FC3-9E01-7ABAD432DCFF}"/>
    <pc:docChg chg="undo custSel modSld">
      <pc:chgData name="Sven Kerkhof" userId="d6e3c3e5-5d3b-4c1b-82bf-312b76147dd9" providerId="ADAL" clId="{AF9F8052-675E-4FC3-9E01-7ABAD432DCFF}" dt="2025-10-03T22:02:37.869" v="1585" actId="2711"/>
      <pc:docMkLst>
        <pc:docMk/>
      </pc:docMkLst>
      <pc:sldChg chg="modSp mod">
        <pc:chgData name="Sven Kerkhof" userId="d6e3c3e5-5d3b-4c1b-82bf-312b76147dd9" providerId="ADAL" clId="{AF9F8052-675E-4FC3-9E01-7ABAD432DCFF}" dt="2025-10-03T22:01:19.935" v="1574" actId="255"/>
        <pc:sldMkLst>
          <pc:docMk/>
          <pc:sldMk cId="109857222" sldId="256"/>
        </pc:sldMkLst>
        <pc:spChg chg="mod">
          <ac:chgData name="Sven Kerkhof" userId="d6e3c3e5-5d3b-4c1b-82bf-312b76147dd9" providerId="ADAL" clId="{AF9F8052-675E-4FC3-9E01-7ABAD432DCFF}" dt="2025-10-03T22:01:10.736" v="1572" actId="2711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ven Kerkhof" userId="d6e3c3e5-5d3b-4c1b-82bf-312b76147dd9" providerId="ADAL" clId="{AF9F8052-675E-4FC3-9E01-7ABAD432DCFF}" dt="2025-10-03T22:01:19.935" v="1574" actId="255"/>
          <ac:spMkLst>
            <pc:docMk/>
            <pc:sldMk cId="109857222" sldId="256"/>
            <ac:spMk id="3" creationId="{00000000-0000-0000-0000-000000000000}"/>
          </ac:spMkLst>
        </pc:spChg>
      </pc:sldChg>
      <pc:sldChg chg="modSp mod">
        <pc:chgData name="Sven Kerkhof" userId="d6e3c3e5-5d3b-4c1b-82bf-312b76147dd9" providerId="ADAL" clId="{AF9F8052-675E-4FC3-9E01-7ABAD432DCFF}" dt="2025-10-03T22:02:37.869" v="1585" actId="2711"/>
        <pc:sldMkLst>
          <pc:docMk/>
          <pc:sldMk cId="1031525096" sldId="257"/>
        </pc:sldMkLst>
        <pc:spChg chg="mod">
          <ac:chgData name="Sven Kerkhof" userId="d6e3c3e5-5d3b-4c1b-82bf-312b76147dd9" providerId="ADAL" clId="{AF9F8052-675E-4FC3-9E01-7ABAD432DCFF}" dt="2025-10-03T22:02:37.869" v="1585" actId="2711"/>
          <ac:spMkLst>
            <pc:docMk/>
            <pc:sldMk cId="1031525096" sldId="257"/>
            <ac:spMk id="2" creationId="{6538AF32-1260-5A99-57D3-907FEFF6CDF4}"/>
          </ac:spMkLst>
        </pc:spChg>
        <pc:spChg chg="mod">
          <ac:chgData name="Sven Kerkhof" userId="d6e3c3e5-5d3b-4c1b-82bf-312b76147dd9" providerId="ADAL" clId="{AF9F8052-675E-4FC3-9E01-7ABAD432DCFF}" dt="2025-10-03T22:02:37.869" v="1585" actId="2711"/>
          <ac:spMkLst>
            <pc:docMk/>
            <pc:sldMk cId="1031525096" sldId="257"/>
            <ac:spMk id="3" creationId="{6F85989E-D7EC-DBFF-CE67-387B46E1C8E6}"/>
          </ac:spMkLst>
        </pc:spChg>
      </pc:sldChg>
      <pc:sldChg chg="modSp mod setBg">
        <pc:chgData name="Sven Kerkhof" userId="d6e3c3e5-5d3b-4c1b-82bf-312b76147dd9" providerId="ADAL" clId="{AF9F8052-675E-4FC3-9E01-7ABAD432DCFF}" dt="2025-10-03T22:01:31.672" v="1577" actId="2711"/>
        <pc:sldMkLst>
          <pc:docMk/>
          <pc:sldMk cId="3112016638" sldId="258"/>
        </pc:sldMkLst>
        <pc:spChg chg="mod">
          <ac:chgData name="Sven Kerkhof" userId="d6e3c3e5-5d3b-4c1b-82bf-312b76147dd9" providerId="ADAL" clId="{AF9F8052-675E-4FC3-9E01-7ABAD432DCFF}" dt="2025-10-03T22:01:31.672" v="1577" actId="2711"/>
          <ac:spMkLst>
            <pc:docMk/>
            <pc:sldMk cId="3112016638" sldId="258"/>
            <ac:spMk id="2" creationId="{38DECB13-49A3-33F7-1EFC-8F3EB6837700}"/>
          </ac:spMkLst>
        </pc:spChg>
        <pc:spChg chg="mod">
          <ac:chgData name="Sven Kerkhof" userId="d6e3c3e5-5d3b-4c1b-82bf-312b76147dd9" providerId="ADAL" clId="{AF9F8052-675E-4FC3-9E01-7ABAD432DCFF}" dt="2025-10-03T22:01:31.672" v="1577" actId="2711"/>
          <ac:spMkLst>
            <pc:docMk/>
            <pc:sldMk cId="3112016638" sldId="258"/>
            <ac:spMk id="3" creationId="{A117C87C-B072-12DE-ACD3-28DF7D44B761}"/>
          </ac:spMkLst>
        </pc:spChg>
      </pc:sldChg>
      <pc:sldChg chg="addSp delSp modSp mod setBg">
        <pc:chgData name="Sven Kerkhof" userId="d6e3c3e5-5d3b-4c1b-82bf-312b76147dd9" providerId="ADAL" clId="{AF9F8052-675E-4FC3-9E01-7ABAD432DCFF}" dt="2025-10-03T22:01:53.551" v="1578" actId="2711"/>
        <pc:sldMkLst>
          <pc:docMk/>
          <pc:sldMk cId="3621411511" sldId="259"/>
        </pc:sldMkLst>
        <pc:spChg chg="mod">
          <ac:chgData name="Sven Kerkhof" userId="d6e3c3e5-5d3b-4c1b-82bf-312b76147dd9" providerId="ADAL" clId="{AF9F8052-675E-4FC3-9E01-7ABAD432DCFF}" dt="2025-10-03T22:01:53.551" v="1578" actId="2711"/>
          <ac:spMkLst>
            <pc:docMk/>
            <pc:sldMk cId="3621411511" sldId="259"/>
            <ac:spMk id="2" creationId="{2400A303-F254-1291-2CDD-775BADAE732D}"/>
          </ac:spMkLst>
        </pc:spChg>
        <pc:spChg chg="mod">
          <ac:chgData name="Sven Kerkhof" userId="d6e3c3e5-5d3b-4c1b-82bf-312b76147dd9" providerId="ADAL" clId="{AF9F8052-675E-4FC3-9E01-7ABAD432DCFF}" dt="2025-10-03T22:01:53.551" v="1578" actId="2711"/>
          <ac:spMkLst>
            <pc:docMk/>
            <pc:sldMk cId="3621411511" sldId="259"/>
            <ac:spMk id="3" creationId="{2141A26D-2E6A-F9FB-DE28-C77E618DE768}"/>
          </ac:spMkLst>
        </pc:spChg>
        <pc:picChg chg="add mod">
          <ac:chgData name="Sven Kerkhof" userId="d6e3c3e5-5d3b-4c1b-82bf-312b76147dd9" providerId="ADAL" clId="{AF9F8052-675E-4FC3-9E01-7ABAD432DCFF}" dt="2025-10-03T22:01:53.551" v="1578" actId="2711"/>
          <ac:picMkLst>
            <pc:docMk/>
            <pc:sldMk cId="3621411511" sldId="259"/>
            <ac:picMk id="1030" creationId="{A62B36F1-5664-20B7-A145-33E5C207330B}"/>
          </ac:picMkLst>
        </pc:picChg>
      </pc:sldChg>
      <pc:sldChg chg="addSp delSp modSp mod setBg">
        <pc:chgData name="Sven Kerkhof" userId="d6e3c3e5-5d3b-4c1b-82bf-312b76147dd9" providerId="ADAL" clId="{AF9F8052-675E-4FC3-9E01-7ABAD432DCFF}" dt="2025-10-03T22:02:01.143" v="1579" actId="2711"/>
        <pc:sldMkLst>
          <pc:docMk/>
          <pc:sldMk cId="4045277821" sldId="260"/>
        </pc:sldMkLst>
        <pc:spChg chg="mod">
          <ac:chgData name="Sven Kerkhof" userId="d6e3c3e5-5d3b-4c1b-82bf-312b76147dd9" providerId="ADAL" clId="{AF9F8052-675E-4FC3-9E01-7ABAD432DCFF}" dt="2025-10-03T22:02:01.143" v="1579" actId="2711"/>
          <ac:spMkLst>
            <pc:docMk/>
            <pc:sldMk cId="4045277821" sldId="260"/>
            <ac:spMk id="2" creationId="{5B222430-32E3-E3E6-A750-6E90966676E1}"/>
          </ac:spMkLst>
        </pc:spChg>
        <pc:spChg chg="mod ord">
          <ac:chgData name="Sven Kerkhof" userId="d6e3c3e5-5d3b-4c1b-82bf-312b76147dd9" providerId="ADAL" clId="{AF9F8052-675E-4FC3-9E01-7ABAD432DCFF}" dt="2025-10-03T22:02:01.143" v="1579" actId="2711"/>
          <ac:spMkLst>
            <pc:docMk/>
            <pc:sldMk cId="4045277821" sldId="260"/>
            <ac:spMk id="3" creationId="{E289A438-8381-6F06-57B7-9E175713838B}"/>
          </ac:spMkLst>
        </pc:spChg>
        <pc:picChg chg="add mod ord modCrop">
          <ac:chgData name="Sven Kerkhof" userId="d6e3c3e5-5d3b-4c1b-82bf-312b76147dd9" providerId="ADAL" clId="{AF9F8052-675E-4FC3-9E01-7ABAD432DCFF}" dt="2025-10-03T21:50:52.686" v="1547" actId="1076"/>
          <ac:picMkLst>
            <pc:docMk/>
            <pc:sldMk cId="4045277821" sldId="260"/>
            <ac:picMk id="15" creationId="{3D776247-637A-AA17-EE92-07367E92B063}"/>
          </ac:picMkLst>
        </pc:picChg>
      </pc:sldChg>
      <pc:sldChg chg="addSp delSp modSp mod setBg">
        <pc:chgData name="Sven Kerkhof" userId="d6e3c3e5-5d3b-4c1b-82bf-312b76147dd9" providerId="ADAL" clId="{AF9F8052-675E-4FC3-9E01-7ABAD432DCFF}" dt="2025-10-03T22:02:07.970" v="1580" actId="2711"/>
        <pc:sldMkLst>
          <pc:docMk/>
          <pc:sldMk cId="1134537154" sldId="261"/>
        </pc:sldMkLst>
        <pc:spChg chg="mod">
          <ac:chgData name="Sven Kerkhof" userId="d6e3c3e5-5d3b-4c1b-82bf-312b76147dd9" providerId="ADAL" clId="{AF9F8052-675E-4FC3-9E01-7ABAD432DCFF}" dt="2025-10-03T22:02:07.970" v="1580" actId="2711"/>
          <ac:spMkLst>
            <pc:docMk/>
            <pc:sldMk cId="1134537154" sldId="261"/>
            <ac:spMk id="2" creationId="{1F45CD1C-34AC-9CA3-73C8-314A009E3E6E}"/>
          </ac:spMkLst>
        </pc:spChg>
        <pc:spChg chg="mod">
          <ac:chgData name="Sven Kerkhof" userId="d6e3c3e5-5d3b-4c1b-82bf-312b76147dd9" providerId="ADAL" clId="{AF9F8052-675E-4FC3-9E01-7ABAD432DCFF}" dt="2025-10-03T22:02:07.970" v="1580" actId="2711"/>
          <ac:spMkLst>
            <pc:docMk/>
            <pc:sldMk cId="1134537154" sldId="261"/>
            <ac:spMk id="3" creationId="{FCF86504-C17A-2DDF-9F5E-FEE00280B65D}"/>
          </ac:spMkLst>
        </pc:spChg>
      </pc:sldChg>
      <pc:sldChg chg="modSp mod setBg">
        <pc:chgData name="Sven Kerkhof" userId="d6e3c3e5-5d3b-4c1b-82bf-312b76147dd9" providerId="ADAL" clId="{AF9F8052-675E-4FC3-9E01-7ABAD432DCFF}" dt="2025-10-03T22:02:18.693" v="1582" actId="2711"/>
        <pc:sldMkLst>
          <pc:docMk/>
          <pc:sldMk cId="2667675712" sldId="262"/>
        </pc:sldMkLst>
        <pc:spChg chg="mod">
          <ac:chgData name="Sven Kerkhof" userId="d6e3c3e5-5d3b-4c1b-82bf-312b76147dd9" providerId="ADAL" clId="{AF9F8052-675E-4FC3-9E01-7ABAD432DCFF}" dt="2025-10-03T22:02:18.693" v="1582" actId="2711"/>
          <ac:spMkLst>
            <pc:docMk/>
            <pc:sldMk cId="2667675712" sldId="262"/>
            <ac:spMk id="2" creationId="{53531C95-E6A8-96AB-E01D-0836A02D8E42}"/>
          </ac:spMkLst>
        </pc:spChg>
        <pc:spChg chg="mod">
          <ac:chgData name="Sven Kerkhof" userId="d6e3c3e5-5d3b-4c1b-82bf-312b76147dd9" providerId="ADAL" clId="{AF9F8052-675E-4FC3-9E01-7ABAD432DCFF}" dt="2025-10-03T22:02:18.693" v="1582" actId="2711"/>
          <ac:spMkLst>
            <pc:docMk/>
            <pc:sldMk cId="2667675712" sldId="262"/>
            <ac:spMk id="3" creationId="{085DDC9D-B41E-30BF-0E55-ED65A75FF401}"/>
          </ac:spMkLst>
        </pc:spChg>
      </pc:sldChg>
      <pc:sldChg chg="modSp mod setBg">
        <pc:chgData name="Sven Kerkhof" userId="d6e3c3e5-5d3b-4c1b-82bf-312b76147dd9" providerId="ADAL" clId="{AF9F8052-675E-4FC3-9E01-7ABAD432DCFF}" dt="2025-10-03T22:02:25.907" v="1583" actId="2711"/>
        <pc:sldMkLst>
          <pc:docMk/>
          <pc:sldMk cId="4079094919" sldId="263"/>
        </pc:sldMkLst>
        <pc:spChg chg="mod">
          <ac:chgData name="Sven Kerkhof" userId="d6e3c3e5-5d3b-4c1b-82bf-312b76147dd9" providerId="ADAL" clId="{AF9F8052-675E-4FC3-9E01-7ABAD432DCFF}" dt="2025-10-03T22:02:25.907" v="1583" actId="2711"/>
          <ac:spMkLst>
            <pc:docMk/>
            <pc:sldMk cId="4079094919" sldId="263"/>
            <ac:spMk id="2" creationId="{67DD04D4-969F-FDBB-A4C7-498D1EA15FFA}"/>
          </ac:spMkLst>
        </pc:spChg>
        <pc:spChg chg="mod">
          <ac:chgData name="Sven Kerkhof" userId="d6e3c3e5-5d3b-4c1b-82bf-312b76147dd9" providerId="ADAL" clId="{AF9F8052-675E-4FC3-9E01-7ABAD432DCFF}" dt="2025-10-03T22:02:25.907" v="1583" actId="2711"/>
          <ac:spMkLst>
            <pc:docMk/>
            <pc:sldMk cId="4079094919" sldId="263"/>
            <ac:spMk id="3" creationId="{B5AC82D0-5BA1-3BBC-9537-3E56DF8C6B8A}"/>
          </ac:spMkLst>
        </pc:spChg>
      </pc:sldChg>
      <pc:sldChg chg="modSp mod setBg">
        <pc:chgData name="Sven Kerkhof" userId="d6e3c3e5-5d3b-4c1b-82bf-312b76147dd9" providerId="ADAL" clId="{AF9F8052-675E-4FC3-9E01-7ABAD432DCFF}" dt="2025-10-03T22:02:32.482" v="1584" actId="2711"/>
        <pc:sldMkLst>
          <pc:docMk/>
          <pc:sldMk cId="1085279449" sldId="264"/>
        </pc:sldMkLst>
        <pc:spChg chg="mod">
          <ac:chgData name="Sven Kerkhof" userId="d6e3c3e5-5d3b-4c1b-82bf-312b76147dd9" providerId="ADAL" clId="{AF9F8052-675E-4FC3-9E01-7ABAD432DCFF}" dt="2025-10-03T22:02:32.482" v="1584" actId="2711"/>
          <ac:spMkLst>
            <pc:docMk/>
            <pc:sldMk cId="1085279449" sldId="264"/>
            <ac:spMk id="2" creationId="{BDC94736-CD76-7742-B03C-D0B141F6EDAE}"/>
          </ac:spMkLst>
        </pc:spChg>
        <pc:spChg chg="mod">
          <ac:chgData name="Sven Kerkhof" userId="d6e3c3e5-5d3b-4c1b-82bf-312b76147dd9" providerId="ADAL" clId="{AF9F8052-675E-4FC3-9E01-7ABAD432DCFF}" dt="2025-10-03T22:02:32.482" v="1584" actId="2711"/>
          <ac:spMkLst>
            <pc:docMk/>
            <pc:sldMk cId="1085279449" sldId="264"/>
            <ac:spMk id="3" creationId="{17365779-5C88-C6A4-C09F-21E6C61578A9}"/>
          </ac:spMkLst>
        </pc:spChg>
      </pc:sldChg>
      <pc:sldChg chg="addSp delSp modSp mod setBg">
        <pc:chgData name="Sven Kerkhof" userId="d6e3c3e5-5d3b-4c1b-82bf-312b76147dd9" providerId="ADAL" clId="{AF9F8052-675E-4FC3-9E01-7ABAD432DCFF}" dt="2025-10-03T22:02:12.925" v="1581" actId="2711"/>
        <pc:sldMkLst>
          <pc:docMk/>
          <pc:sldMk cId="2888414975" sldId="265"/>
        </pc:sldMkLst>
        <pc:spChg chg="mod">
          <ac:chgData name="Sven Kerkhof" userId="d6e3c3e5-5d3b-4c1b-82bf-312b76147dd9" providerId="ADAL" clId="{AF9F8052-675E-4FC3-9E01-7ABAD432DCFF}" dt="2025-10-03T22:02:12.925" v="1581" actId="2711"/>
          <ac:spMkLst>
            <pc:docMk/>
            <pc:sldMk cId="2888414975" sldId="265"/>
            <ac:spMk id="2" creationId="{8458D716-6C87-D8D6-715C-FAA96B90A956}"/>
          </ac:spMkLst>
        </pc:spChg>
        <pc:spChg chg="mod">
          <ac:chgData name="Sven Kerkhof" userId="d6e3c3e5-5d3b-4c1b-82bf-312b76147dd9" providerId="ADAL" clId="{AF9F8052-675E-4FC3-9E01-7ABAD432DCFF}" dt="2025-10-03T22:02:12.925" v="1581" actId="2711"/>
          <ac:spMkLst>
            <pc:docMk/>
            <pc:sldMk cId="2888414975" sldId="265"/>
            <ac:spMk id="3" creationId="{9133833F-F552-FF7D-01CF-D6CE163F0606}"/>
          </ac:spMkLst>
        </pc:spChg>
        <pc:picChg chg="add mod">
          <ac:chgData name="Sven Kerkhof" userId="d6e3c3e5-5d3b-4c1b-82bf-312b76147dd9" providerId="ADAL" clId="{AF9F8052-675E-4FC3-9E01-7ABAD432DCFF}" dt="2025-10-03T22:02:12.925" v="1581" actId="2711"/>
          <ac:picMkLst>
            <pc:docMk/>
            <pc:sldMk cId="2888414975" sldId="265"/>
            <ac:picMk id="3078" creationId="{83980287-73E8-3FBE-0FBD-D394E5B44CF9}"/>
          </ac:picMkLst>
        </pc:picChg>
      </pc:sldChg>
      <pc:sldChg chg="addSp delSp modSp mod setBg">
        <pc:chgData name="Sven Kerkhof" userId="d6e3c3e5-5d3b-4c1b-82bf-312b76147dd9" providerId="ADAL" clId="{AF9F8052-675E-4FC3-9E01-7ABAD432DCFF}" dt="2025-10-03T22:01:00.529" v="1571" actId="2711"/>
        <pc:sldMkLst>
          <pc:docMk/>
          <pc:sldMk cId="447038905" sldId="266"/>
        </pc:sldMkLst>
        <pc:spChg chg="mod">
          <ac:chgData name="Sven Kerkhof" userId="d6e3c3e5-5d3b-4c1b-82bf-312b76147dd9" providerId="ADAL" clId="{AF9F8052-675E-4FC3-9E01-7ABAD432DCFF}" dt="2025-10-03T22:00:54.565" v="1570" actId="2711"/>
          <ac:spMkLst>
            <pc:docMk/>
            <pc:sldMk cId="447038905" sldId="266"/>
            <ac:spMk id="2" creationId="{D09363D7-CF12-2D97-0265-E97F6BFA3CF0}"/>
          </ac:spMkLst>
        </pc:spChg>
        <pc:spChg chg="mod">
          <ac:chgData name="Sven Kerkhof" userId="d6e3c3e5-5d3b-4c1b-82bf-312b76147dd9" providerId="ADAL" clId="{AF9F8052-675E-4FC3-9E01-7ABAD432DCFF}" dt="2025-10-03T22:01:00.529" v="1571" actId="2711"/>
          <ac:spMkLst>
            <pc:docMk/>
            <pc:sldMk cId="447038905" sldId="266"/>
            <ac:spMk id="3" creationId="{BBAAD7E9-E5A4-250D-9FD8-58363B326ECD}"/>
          </ac:spMkLst>
        </pc:spChg>
        <pc:picChg chg="mod">
          <ac:chgData name="Sven Kerkhof" userId="d6e3c3e5-5d3b-4c1b-82bf-312b76147dd9" providerId="ADAL" clId="{AF9F8052-675E-4FC3-9E01-7ABAD432DCFF}" dt="2025-10-03T21:25:35.175" v="46" actId="14100"/>
          <ac:picMkLst>
            <pc:docMk/>
            <pc:sldMk cId="447038905" sldId="266"/>
            <ac:picMk id="9" creationId="{FFA2F04C-C7A2-D60F-B03C-3758998394E4}"/>
          </ac:picMkLst>
        </pc:picChg>
        <pc:picChg chg="mod">
          <ac:chgData name="Sven Kerkhof" userId="d6e3c3e5-5d3b-4c1b-82bf-312b76147dd9" providerId="ADAL" clId="{AF9F8052-675E-4FC3-9E01-7ABAD432DCFF}" dt="2025-10-03T21:25:59.588" v="52" actId="1076"/>
          <ac:picMkLst>
            <pc:docMk/>
            <pc:sldMk cId="447038905" sldId="266"/>
            <ac:picMk id="11" creationId="{4D4FAE1F-01B0-4DC7-8538-92509A721FDD}"/>
          </ac:picMkLst>
        </pc:picChg>
      </pc:sldChg>
    </pc:docChg>
  </pc:docChgLst>
  <pc:docChgLst>
    <pc:chgData name="Sven Kerkhof" userId="S::549116@student.saxion.nl::d6e3c3e5-5d3b-4c1b-82bf-312b76147dd9" providerId="AD" clId="Web-{EA096D58-BB05-BBEE-F563-B90040EF563B}"/>
    <pc:docChg chg="addSld modSld">
      <pc:chgData name="Sven Kerkhof" userId="S::549116@student.saxion.nl::d6e3c3e5-5d3b-4c1b-82bf-312b76147dd9" providerId="AD" clId="Web-{EA096D58-BB05-BBEE-F563-B90040EF563B}" dt="2025-10-03T21:19:32.737" v="887"/>
      <pc:docMkLst>
        <pc:docMk/>
      </pc:docMkLst>
      <pc:sldChg chg="addSp modSp mod setBg setClrOvrMap">
        <pc:chgData name="Sven Kerkhof" userId="S::549116@student.saxion.nl::d6e3c3e5-5d3b-4c1b-82bf-312b76147dd9" providerId="AD" clId="Web-{EA096D58-BB05-BBEE-F563-B90040EF563B}" dt="2025-10-03T21:16:48.780" v="879"/>
        <pc:sldMkLst>
          <pc:docMk/>
          <pc:sldMk cId="109857222" sldId="256"/>
        </pc:sldMkLst>
        <pc:spChg chg="mod">
          <ac:chgData name="Sven Kerkhof" userId="S::549116@student.saxion.nl::d6e3c3e5-5d3b-4c1b-82bf-312b76147dd9" providerId="AD" clId="Web-{EA096D58-BB05-BBEE-F563-B90040EF563B}" dt="2025-10-03T21:16:48.780" v="879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ven Kerkhof" userId="S::549116@student.saxion.nl::d6e3c3e5-5d3b-4c1b-82bf-312b76147dd9" providerId="AD" clId="Web-{EA096D58-BB05-BBEE-F563-B90040EF563B}" dt="2025-10-03T21:16:48.780" v="879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Sven Kerkhof" userId="S::549116@student.saxion.nl::d6e3c3e5-5d3b-4c1b-82bf-312b76147dd9" providerId="AD" clId="Web-{EA096D58-BB05-BBEE-F563-B90040EF563B}" dt="2025-10-03T21:16:48.780" v="879"/>
          <ac:spMkLst>
            <pc:docMk/>
            <pc:sldMk cId="109857222" sldId="256"/>
            <ac:spMk id="9" creationId="{71B2258F-86CA-4D4D-8270-BC05FCDEBFB3}"/>
          </ac:spMkLst>
        </pc:spChg>
        <pc:picChg chg="add">
          <ac:chgData name="Sven Kerkhof" userId="S::549116@student.saxion.nl::d6e3c3e5-5d3b-4c1b-82bf-312b76147dd9" providerId="AD" clId="Web-{EA096D58-BB05-BBEE-F563-B90040EF563B}" dt="2025-10-03T21:16:48.780" v="879"/>
          <ac:picMkLst>
            <pc:docMk/>
            <pc:sldMk cId="109857222" sldId="256"/>
            <ac:picMk id="5" creationId="{33272ED2-5974-A132-725C-A700B4ECBCCA}"/>
          </ac:picMkLst>
        </pc:picChg>
      </pc:sldChg>
      <pc:sldChg chg="modSp new mod modShow">
        <pc:chgData name="Sven Kerkhof" userId="S::549116@student.saxion.nl::d6e3c3e5-5d3b-4c1b-82bf-312b76147dd9" providerId="AD" clId="Web-{EA096D58-BB05-BBEE-F563-B90040EF563B}" dt="2025-10-03T20:27:05.144" v="336" actId="20577"/>
        <pc:sldMkLst>
          <pc:docMk/>
          <pc:sldMk cId="1031525096" sldId="257"/>
        </pc:sldMkLst>
        <pc:spChg chg="mod">
          <ac:chgData name="Sven Kerkhof" userId="S::549116@student.saxion.nl::d6e3c3e5-5d3b-4c1b-82bf-312b76147dd9" providerId="AD" clId="Web-{EA096D58-BB05-BBEE-F563-B90040EF563B}" dt="2025-10-03T20:18:56.445" v="88" actId="20577"/>
          <ac:spMkLst>
            <pc:docMk/>
            <pc:sldMk cId="1031525096" sldId="257"/>
            <ac:spMk id="2" creationId="{6538AF32-1260-5A99-57D3-907FEFF6CDF4}"/>
          </ac:spMkLst>
        </pc:spChg>
        <pc:spChg chg="mod">
          <ac:chgData name="Sven Kerkhof" userId="S::549116@student.saxion.nl::d6e3c3e5-5d3b-4c1b-82bf-312b76147dd9" providerId="AD" clId="Web-{EA096D58-BB05-BBEE-F563-B90040EF563B}" dt="2025-10-03T20:27:05.144" v="336" actId="20577"/>
          <ac:spMkLst>
            <pc:docMk/>
            <pc:sldMk cId="1031525096" sldId="257"/>
            <ac:spMk id="3" creationId="{6F85989E-D7EC-DBFF-CE67-387B46E1C8E6}"/>
          </ac:spMkLst>
        </pc:spChg>
      </pc:sldChg>
      <pc:sldChg chg="modSp new">
        <pc:chgData name="Sven Kerkhof" userId="S::549116@student.saxion.nl::d6e3c3e5-5d3b-4c1b-82bf-312b76147dd9" providerId="AD" clId="Web-{EA096D58-BB05-BBEE-F563-B90040EF563B}" dt="2025-10-03T20:41:04.194" v="410" actId="20577"/>
        <pc:sldMkLst>
          <pc:docMk/>
          <pc:sldMk cId="3112016638" sldId="258"/>
        </pc:sldMkLst>
        <pc:spChg chg="mod">
          <ac:chgData name="Sven Kerkhof" userId="S::549116@student.saxion.nl::d6e3c3e5-5d3b-4c1b-82bf-312b76147dd9" providerId="AD" clId="Web-{EA096D58-BB05-BBEE-F563-B90040EF563B}" dt="2025-10-03T20:20:43.014" v="160" actId="20577"/>
          <ac:spMkLst>
            <pc:docMk/>
            <pc:sldMk cId="3112016638" sldId="258"/>
            <ac:spMk id="2" creationId="{38DECB13-49A3-33F7-1EFC-8F3EB6837700}"/>
          </ac:spMkLst>
        </pc:spChg>
        <pc:spChg chg="mod">
          <ac:chgData name="Sven Kerkhof" userId="S::549116@student.saxion.nl::d6e3c3e5-5d3b-4c1b-82bf-312b76147dd9" providerId="AD" clId="Web-{EA096D58-BB05-BBEE-F563-B90040EF563B}" dt="2025-10-03T20:41:04.194" v="410" actId="20577"/>
          <ac:spMkLst>
            <pc:docMk/>
            <pc:sldMk cId="3112016638" sldId="258"/>
            <ac:spMk id="3" creationId="{A117C87C-B072-12DE-ACD3-28DF7D44B761}"/>
          </ac:spMkLst>
        </pc:spChg>
      </pc:sldChg>
      <pc:sldChg chg="modSp new">
        <pc:chgData name="Sven Kerkhof" userId="S::549116@student.saxion.nl::d6e3c3e5-5d3b-4c1b-82bf-312b76147dd9" providerId="AD" clId="Web-{EA096D58-BB05-BBEE-F563-B90040EF563B}" dt="2025-10-03T21:12:49.381" v="855" actId="20577"/>
        <pc:sldMkLst>
          <pc:docMk/>
          <pc:sldMk cId="3621411511" sldId="259"/>
        </pc:sldMkLst>
        <pc:spChg chg="mod">
          <ac:chgData name="Sven Kerkhof" userId="S::549116@student.saxion.nl::d6e3c3e5-5d3b-4c1b-82bf-312b76147dd9" providerId="AD" clId="Web-{EA096D58-BB05-BBEE-F563-B90040EF563B}" dt="2025-10-03T20:20:46.998" v="163" actId="20577"/>
          <ac:spMkLst>
            <pc:docMk/>
            <pc:sldMk cId="3621411511" sldId="259"/>
            <ac:spMk id="2" creationId="{2400A303-F254-1291-2CDD-775BADAE732D}"/>
          </ac:spMkLst>
        </pc:spChg>
        <pc:spChg chg="mod">
          <ac:chgData name="Sven Kerkhof" userId="S::549116@student.saxion.nl::d6e3c3e5-5d3b-4c1b-82bf-312b76147dd9" providerId="AD" clId="Web-{EA096D58-BB05-BBEE-F563-B90040EF563B}" dt="2025-10-03T21:12:49.381" v="855" actId="20577"/>
          <ac:spMkLst>
            <pc:docMk/>
            <pc:sldMk cId="3621411511" sldId="259"/>
            <ac:spMk id="3" creationId="{2141A26D-2E6A-F9FB-DE28-C77E618DE768}"/>
          </ac:spMkLst>
        </pc:spChg>
      </pc:sldChg>
      <pc:sldChg chg="modSp new">
        <pc:chgData name="Sven Kerkhof" userId="S::549116@student.saxion.nl::d6e3c3e5-5d3b-4c1b-82bf-312b76147dd9" providerId="AD" clId="Web-{EA096D58-BB05-BBEE-F563-B90040EF563B}" dt="2025-10-03T21:12:56.444" v="856" actId="20577"/>
        <pc:sldMkLst>
          <pc:docMk/>
          <pc:sldMk cId="4045277821" sldId="260"/>
        </pc:sldMkLst>
        <pc:spChg chg="mod">
          <ac:chgData name="Sven Kerkhof" userId="S::549116@student.saxion.nl::d6e3c3e5-5d3b-4c1b-82bf-312b76147dd9" providerId="AD" clId="Web-{EA096D58-BB05-BBEE-F563-B90040EF563B}" dt="2025-10-03T20:20:50.904" v="166" actId="20577"/>
          <ac:spMkLst>
            <pc:docMk/>
            <pc:sldMk cId="4045277821" sldId="260"/>
            <ac:spMk id="2" creationId="{5B222430-32E3-E3E6-A750-6E90966676E1}"/>
          </ac:spMkLst>
        </pc:spChg>
        <pc:spChg chg="mod">
          <ac:chgData name="Sven Kerkhof" userId="S::549116@student.saxion.nl::d6e3c3e5-5d3b-4c1b-82bf-312b76147dd9" providerId="AD" clId="Web-{EA096D58-BB05-BBEE-F563-B90040EF563B}" dt="2025-10-03T21:12:56.444" v="856" actId="20577"/>
          <ac:spMkLst>
            <pc:docMk/>
            <pc:sldMk cId="4045277821" sldId="260"/>
            <ac:spMk id="3" creationId="{E289A438-8381-6F06-57B7-9E175713838B}"/>
          </ac:spMkLst>
        </pc:spChg>
      </pc:sldChg>
      <pc:sldChg chg="modSp new">
        <pc:chgData name="Sven Kerkhof" userId="S::549116@student.saxion.nl::d6e3c3e5-5d3b-4c1b-82bf-312b76147dd9" providerId="AD" clId="Web-{EA096D58-BB05-BBEE-F563-B90040EF563B}" dt="2025-10-03T20:52:18.415" v="525" actId="20577"/>
        <pc:sldMkLst>
          <pc:docMk/>
          <pc:sldMk cId="1134537154" sldId="261"/>
        </pc:sldMkLst>
        <pc:spChg chg="mod">
          <ac:chgData name="Sven Kerkhof" userId="S::549116@student.saxion.nl::d6e3c3e5-5d3b-4c1b-82bf-312b76147dd9" providerId="AD" clId="Web-{EA096D58-BB05-BBEE-F563-B90040EF563B}" dt="2025-10-03T20:20:56.748" v="169" actId="20577"/>
          <ac:spMkLst>
            <pc:docMk/>
            <pc:sldMk cId="1134537154" sldId="261"/>
            <ac:spMk id="2" creationId="{1F45CD1C-34AC-9CA3-73C8-314A009E3E6E}"/>
          </ac:spMkLst>
        </pc:spChg>
        <pc:spChg chg="mod">
          <ac:chgData name="Sven Kerkhof" userId="S::549116@student.saxion.nl::d6e3c3e5-5d3b-4c1b-82bf-312b76147dd9" providerId="AD" clId="Web-{EA096D58-BB05-BBEE-F563-B90040EF563B}" dt="2025-10-03T20:52:18.415" v="525" actId="20577"/>
          <ac:spMkLst>
            <pc:docMk/>
            <pc:sldMk cId="1134537154" sldId="261"/>
            <ac:spMk id="3" creationId="{FCF86504-C17A-2DDF-9F5E-FEE00280B65D}"/>
          </ac:spMkLst>
        </pc:spChg>
      </pc:sldChg>
      <pc:sldChg chg="modSp new">
        <pc:chgData name="Sven Kerkhof" userId="S::549116@student.saxion.nl::d6e3c3e5-5d3b-4c1b-82bf-312b76147dd9" providerId="AD" clId="Web-{EA096D58-BB05-BBEE-F563-B90040EF563B}" dt="2025-10-03T21:06:40.600" v="788" actId="20577"/>
        <pc:sldMkLst>
          <pc:docMk/>
          <pc:sldMk cId="2667675712" sldId="262"/>
        </pc:sldMkLst>
        <pc:spChg chg="mod">
          <ac:chgData name="Sven Kerkhof" userId="S::549116@student.saxion.nl::d6e3c3e5-5d3b-4c1b-82bf-312b76147dd9" providerId="AD" clId="Web-{EA096D58-BB05-BBEE-F563-B90040EF563B}" dt="2025-10-03T21:03:05.670" v="690" actId="20577"/>
          <ac:spMkLst>
            <pc:docMk/>
            <pc:sldMk cId="2667675712" sldId="262"/>
            <ac:spMk id="2" creationId="{53531C95-E6A8-96AB-E01D-0836A02D8E42}"/>
          </ac:spMkLst>
        </pc:spChg>
        <pc:spChg chg="mod">
          <ac:chgData name="Sven Kerkhof" userId="S::549116@student.saxion.nl::d6e3c3e5-5d3b-4c1b-82bf-312b76147dd9" providerId="AD" clId="Web-{EA096D58-BB05-BBEE-F563-B90040EF563B}" dt="2025-10-03T21:06:40.600" v="788" actId="20577"/>
          <ac:spMkLst>
            <pc:docMk/>
            <pc:sldMk cId="2667675712" sldId="262"/>
            <ac:spMk id="3" creationId="{085DDC9D-B41E-30BF-0E55-ED65A75FF401}"/>
          </ac:spMkLst>
        </pc:spChg>
      </pc:sldChg>
      <pc:sldChg chg="modSp new">
        <pc:chgData name="Sven Kerkhof" userId="S::549116@student.saxion.nl::d6e3c3e5-5d3b-4c1b-82bf-312b76147dd9" providerId="AD" clId="Web-{EA096D58-BB05-BBEE-F563-B90040EF563B}" dt="2025-10-03T21:09:08.438" v="836" actId="20577"/>
        <pc:sldMkLst>
          <pc:docMk/>
          <pc:sldMk cId="4079094919" sldId="263"/>
        </pc:sldMkLst>
        <pc:spChg chg="mod">
          <ac:chgData name="Sven Kerkhof" userId="S::549116@student.saxion.nl::d6e3c3e5-5d3b-4c1b-82bf-312b76147dd9" providerId="AD" clId="Web-{EA096D58-BB05-BBEE-F563-B90040EF563B}" dt="2025-10-03T20:21:10.342" v="177" actId="20577"/>
          <ac:spMkLst>
            <pc:docMk/>
            <pc:sldMk cId="4079094919" sldId="263"/>
            <ac:spMk id="2" creationId="{67DD04D4-969F-FDBB-A4C7-498D1EA15FFA}"/>
          </ac:spMkLst>
        </pc:spChg>
        <pc:spChg chg="mod">
          <ac:chgData name="Sven Kerkhof" userId="S::549116@student.saxion.nl::d6e3c3e5-5d3b-4c1b-82bf-312b76147dd9" providerId="AD" clId="Web-{EA096D58-BB05-BBEE-F563-B90040EF563B}" dt="2025-10-03T21:09:08.438" v="836" actId="20577"/>
          <ac:spMkLst>
            <pc:docMk/>
            <pc:sldMk cId="4079094919" sldId="263"/>
            <ac:spMk id="3" creationId="{B5AC82D0-5BA1-3BBC-9537-3E56DF8C6B8A}"/>
          </ac:spMkLst>
        </pc:spChg>
      </pc:sldChg>
      <pc:sldChg chg="modSp new">
        <pc:chgData name="Sven Kerkhof" userId="S::549116@student.saxion.nl::d6e3c3e5-5d3b-4c1b-82bf-312b76147dd9" providerId="AD" clId="Web-{EA096D58-BB05-BBEE-F563-B90040EF563B}" dt="2025-10-03T21:02:06.013" v="664" actId="20577"/>
        <pc:sldMkLst>
          <pc:docMk/>
          <pc:sldMk cId="1085279449" sldId="264"/>
        </pc:sldMkLst>
        <pc:spChg chg="mod">
          <ac:chgData name="Sven Kerkhof" userId="S::549116@student.saxion.nl::d6e3c3e5-5d3b-4c1b-82bf-312b76147dd9" providerId="AD" clId="Web-{EA096D58-BB05-BBEE-F563-B90040EF563B}" dt="2025-10-03T20:21:19.530" v="185" actId="20577"/>
          <ac:spMkLst>
            <pc:docMk/>
            <pc:sldMk cId="1085279449" sldId="264"/>
            <ac:spMk id="2" creationId="{BDC94736-CD76-7742-B03C-D0B141F6EDAE}"/>
          </ac:spMkLst>
        </pc:spChg>
        <pc:spChg chg="mod">
          <ac:chgData name="Sven Kerkhof" userId="S::549116@student.saxion.nl::d6e3c3e5-5d3b-4c1b-82bf-312b76147dd9" providerId="AD" clId="Web-{EA096D58-BB05-BBEE-F563-B90040EF563B}" dt="2025-10-03T21:02:06.013" v="664" actId="20577"/>
          <ac:spMkLst>
            <pc:docMk/>
            <pc:sldMk cId="1085279449" sldId="264"/>
            <ac:spMk id="3" creationId="{17365779-5C88-C6A4-C09F-21E6C61578A9}"/>
          </ac:spMkLst>
        </pc:spChg>
      </pc:sldChg>
      <pc:sldChg chg="modSp new">
        <pc:chgData name="Sven Kerkhof" userId="S::549116@student.saxion.nl::d6e3c3e5-5d3b-4c1b-82bf-312b76147dd9" providerId="AD" clId="Web-{EA096D58-BB05-BBEE-F563-B90040EF563B}" dt="2025-10-03T21:16:37.733" v="878" actId="20577"/>
        <pc:sldMkLst>
          <pc:docMk/>
          <pc:sldMk cId="2888414975" sldId="265"/>
        </pc:sldMkLst>
        <pc:spChg chg="mod">
          <ac:chgData name="Sven Kerkhof" userId="S::549116@student.saxion.nl::d6e3c3e5-5d3b-4c1b-82bf-312b76147dd9" providerId="AD" clId="Web-{EA096D58-BB05-BBEE-F563-B90040EF563B}" dt="2025-10-03T20:22:14.077" v="189" actId="20577"/>
          <ac:spMkLst>
            <pc:docMk/>
            <pc:sldMk cId="2888414975" sldId="265"/>
            <ac:spMk id="2" creationId="{8458D716-6C87-D8D6-715C-FAA96B90A956}"/>
          </ac:spMkLst>
        </pc:spChg>
        <pc:spChg chg="mod">
          <ac:chgData name="Sven Kerkhof" userId="S::549116@student.saxion.nl::d6e3c3e5-5d3b-4c1b-82bf-312b76147dd9" providerId="AD" clId="Web-{EA096D58-BB05-BBEE-F563-B90040EF563B}" dt="2025-10-03T21:16:37.733" v="878" actId="20577"/>
          <ac:spMkLst>
            <pc:docMk/>
            <pc:sldMk cId="2888414975" sldId="265"/>
            <ac:spMk id="3" creationId="{9133833F-F552-FF7D-01CF-D6CE163F0606}"/>
          </ac:spMkLst>
        </pc:spChg>
      </pc:sldChg>
      <pc:sldChg chg="addSp delSp modSp new">
        <pc:chgData name="Sven Kerkhof" userId="S::549116@student.saxion.nl::d6e3c3e5-5d3b-4c1b-82bf-312b76147dd9" providerId="AD" clId="Web-{EA096D58-BB05-BBEE-F563-B90040EF563B}" dt="2025-10-03T21:19:32.737" v="887"/>
        <pc:sldMkLst>
          <pc:docMk/>
          <pc:sldMk cId="447038905" sldId="266"/>
        </pc:sldMkLst>
        <pc:spChg chg="mod">
          <ac:chgData name="Sven Kerkhof" userId="S::549116@student.saxion.nl::d6e3c3e5-5d3b-4c1b-82bf-312b76147dd9" providerId="AD" clId="Web-{EA096D58-BB05-BBEE-F563-B90040EF563B}" dt="2025-10-03T20:28:38.363" v="351" actId="20577"/>
          <ac:spMkLst>
            <pc:docMk/>
            <pc:sldMk cId="447038905" sldId="266"/>
            <ac:spMk id="2" creationId="{D09363D7-CF12-2D97-0265-E97F6BFA3CF0}"/>
          </ac:spMkLst>
        </pc:spChg>
        <pc:spChg chg="mod">
          <ac:chgData name="Sven Kerkhof" userId="S::549116@student.saxion.nl::d6e3c3e5-5d3b-4c1b-82bf-312b76147dd9" providerId="AD" clId="Web-{EA096D58-BB05-BBEE-F563-B90040EF563B}" dt="2025-10-03T21:12:05.957" v="846" actId="20577"/>
          <ac:spMkLst>
            <pc:docMk/>
            <pc:sldMk cId="447038905" sldId="266"/>
            <ac:spMk id="3" creationId="{BBAAD7E9-E5A4-250D-9FD8-58363B326EC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chine gears">
            <a:extLst>
              <a:ext uri="{FF2B5EF4-FFF2-40B4-BE49-F238E27FC236}">
                <a16:creationId xmlns:a16="http://schemas.microsoft.com/office/drawing/2014/main" id="{33272ED2-5974-A132-725C-A700B4ECBC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605" r="-2" b="-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Roboto Slab" pitchFamily="2" charset="0"/>
                <a:ea typeface="Roboto Slab" pitchFamily="2" charset="0"/>
              </a:rPr>
              <a:t>Status quo gear deburring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1200">
                <a:solidFill>
                  <a:srgbClr val="FFFFFF"/>
                </a:solidFill>
                <a:latin typeface="Roboto Slab" pitchFamily="2" charset="0"/>
                <a:ea typeface="Roboto Slab" pitchFamily="2" charset="0"/>
              </a:rPr>
              <a:t>Groep 5:</a:t>
            </a:r>
          </a:p>
          <a:p>
            <a:r>
              <a:rPr lang="en-US" sz="1200">
                <a:solidFill>
                  <a:srgbClr val="FFFFFF"/>
                </a:solidFill>
                <a:latin typeface="Roboto Slab" pitchFamily="2" charset="0"/>
                <a:ea typeface="Roboto Slab" pitchFamily="2" charset="0"/>
              </a:rPr>
              <a:t>Cedric Arentz (532214)</a:t>
            </a:r>
          </a:p>
          <a:p>
            <a:r>
              <a:rPr lang="en-US" sz="1200">
                <a:solidFill>
                  <a:srgbClr val="FFFFFF"/>
                </a:solidFill>
                <a:latin typeface="Roboto Slab" pitchFamily="2" charset="0"/>
                <a:ea typeface="Roboto Slab" pitchFamily="2" charset="0"/>
              </a:rPr>
              <a:t>Gijs </a:t>
            </a:r>
            <a:r>
              <a:rPr lang="en-US" sz="1200" err="1">
                <a:solidFill>
                  <a:srgbClr val="FFFFFF"/>
                </a:solidFill>
                <a:latin typeface="Roboto Slab" pitchFamily="2" charset="0"/>
                <a:ea typeface="Roboto Slab" pitchFamily="2" charset="0"/>
              </a:rPr>
              <a:t>Winkelhorst</a:t>
            </a:r>
            <a:r>
              <a:rPr lang="en-US" sz="1200">
                <a:solidFill>
                  <a:srgbClr val="FFFFFF"/>
                </a:solidFill>
                <a:latin typeface="Roboto Slab" pitchFamily="2" charset="0"/>
                <a:ea typeface="Roboto Slab" pitchFamily="2" charset="0"/>
              </a:rPr>
              <a:t> (554028)</a:t>
            </a:r>
          </a:p>
          <a:p>
            <a:r>
              <a:rPr lang="en-US" sz="1200">
                <a:solidFill>
                  <a:srgbClr val="FFFFFF"/>
                </a:solidFill>
                <a:latin typeface="Roboto Slab" pitchFamily="2" charset="0"/>
                <a:ea typeface="Roboto Slab" pitchFamily="2" charset="0"/>
              </a:rPr>
              <a:t>Sven Kerkhof (549116)</a:t>
            </a:r>
          </a:p>
          <a:p>
            <a:r>
              <a:rPr lang="en-US" sz="1200">
                <a:solidFill>
                  <a:srgbClr val="FFFFFF"/>
                </a:solidFill>
                <a:latin typeface="Roboto Slab" pitchFamily="2" charset="0"/>
                <a:ea typeface="Roboto Slab" pitchFamily="2" charset="0"/>
              </a:rPr>
              <a:t>3-10-2025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8AF32-1260-5A99-57D3-907FEFF6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Ter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informatie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5989E-D7EC-DBFF-CE67-387B46E1C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latin typeface="Roboto Slab" pitchFamily="2" charset="0"/>
                <a:ea typeface="Roboto Slab" pitchFamily="2" charset="0"/>
              </a:rPr>
              <a:t>Deze</a:t>
            </a:r>
            <a:r>
              <a:rPr lang="en-US">
                <a:latin typeface="Roboto Slab" pitchFamily="2" charset="0"/>
                <a:ea typeface="Roboto Slab" pitchFamily="2" charset="0"/>
              </a:rPr>
              <a:t> slide mag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weg</a:t>
            </a:r>
            <a:r>
              <a:rPr lang="en-US">
                <a:latin typeface="Roboto Slab" pitchFamily="2" charset="0"/>
                <a:ea typeface="Roboto Slab" pitchFamily="2" charset="0"/>
              </a:rPr>
              <a:t>, is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puur</a:t>
            </a:r>
            <a:r>
              <a:rPr lang="en-US">
                <a:latin typeface="Roboto Slab" pitchFamily="2" charset="0"/>
                <a:ea typeface="Roboto Slab" pitchFamily="2" charset="0"/>
              </a:rPr>
              <a:t>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voor</a:t>
            </a:r>
            <a:r>
              <a:rPr lang="en-US">
                <a:latin typeface="Roboto Slab" pitchFamily="2" charset="0"/>
                <a:ea typeface="Roboto Slab" pitchFamily="2" charset="0"/>
              </a:rPr>
              <a:t>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tijdens</a:t>
            </a:r>
            <a:r>
              <a:rPr lang="en-US">
                <a:latin typeface="Roboto Slab" pitchFamily="2" charset="0"/>
                <a:ea typeface="Roboto Slab" pitchFamily="2" charset="0"/>
              </a:rPr>
              <a:t> het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maken</a:t>
            </a:r>
            <a:endParaRPr lang="en-US">
              <a:latin typeface="Roboto Slab" pitchFamily="2" charset="0"/>
              <a:ea typeface="Roboto Slab" pitchFamily="2" charset="0"/>
            </a:endParaRP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De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presentatie</a:t>
            </a:r>
            <a:r>
              <a:rPr lang="en-US">
                <a:latin typeface="Roboto Slab" pitchFamily="2" charset="0"/>
                <a:ea typeface="Roboto Slab" pitchFamily="2" charset="0"/>
              </a:rPr>
              <a:t>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moet</a:t>
            </a:r>
            <a:r>
              <a:rPr lang="en-US">
                <a:latin typeface="Roboto Slab" pitchFamily="2" charset="0"/>
                <a:ea typeface="Roboto Slab" pitchFamily="2" charset="0"/>
              </a:rPr>
              <a:t> in het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engels</a:t>
            </a:r>
            <a:r>
              <a:rPr lang="en-US">
                <a:latin typeface="Roboto Slab" pitchFamily="2" charset="0"/>
                <a:ea typeface="Roboto Slab" pitchFamily="2" charset="0"/>
              </a:rPr>
              <a:t>, we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presenteren</a:t>
            </a:r>
            <a:r>
              <a:rPr lang="en-US">
                <a:latin typeface="Roboto Slab" pitchFamily="2" charset="0"/>
                <a:ea typeface="Roboto Slab" pitchFamily="2" charset="0"/>
              </a:rPr>
              <a:t> hem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voor</a:t>
            </a:r>
            <a:r>
              <a:rPr lang="en-US">
                <a:latin typeface="Roboto Slab" pitchFamily="2" charset="0"/>
                <a:ea typeface="Roboto Slab" pitchFamily="2" charset="0"/>
              </a:rPr>
              <a:t> de hele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klas</a:t>
            </a:r>
            <a:endParaRPr lang="en-US">
              <a:latin typeface="Roboto Slab" pitchFamily="2" charset="0"/>
              <a:ea typeface="Roboto Slab" pitchFamily="2" charset="0"/>
            </a:endParaRP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De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presentatie</a:t>
            </a:r>
            <a:r>
              <a:rPr lang="en-US">
                <a:latin typeface="Roboto Slab" pitchFamily="2" charset="0"/>
                <a:ea typeface="Roboto Slab" pitchFamily="2" charset="0"/>
              </a:rPr>
              <a:t>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moet</a:t>
            </a:r>
            <a:r>
              <a:rPr lang="en-US">
                <a:latin typeface="Roboto Slab" pitchFamily="2" charset="0"/>
                <a:ea typeface="Roboto Slab" pitchFamily="2" charset="0"/>
              </a:rPr>
              <a:t>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ong</a:t>
            </a:r>
            <a:r>
              <a:rPr lang="en-US">
                <a:latin typeface="Roboto Slab" pitchFamily="2" charset="0"/>
                <a:ea typeface="Roboto Slab" pitchFamily="2" charset="0"/>
              </a:rPr>
              <a:t> 10 min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duren</a:t>
            </a: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We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gaan</a:t>
            </a:r>
            <a:r>
              <a:rPr lang="en-US">
                <a:latin typeface="Roboto Slab" pitchFamily="2" charset="0"/>
                <a:ea typeface="Roboto Slab" pitchFamily="2" charset="0"/>
              </a:rPr>
              <a:t>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gewoon</a:t>
            </a:r>
            <a:r>
              <a:rPr lang="en-US">
                <a:latin typeface="Roboto Slab" pitchFamily="2" charset="0"/>
                <a:ea typeface="Roboto Slab" pitchFamily="2" charset="0"/>
              </a:rPr>
              <a:t> met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zn</a:t>
            </a:r>
            <a:r>
              <a:rPr lang="en-US">
                <a:latin typeface="Roboto Slab" pitchFamily="2" charset="0"/>
                <a:ea typeface="Roboto Slab" pitchFamily="2" charset="0"/>
              </a:rPr>
              <a:t> 3en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presenteren</a:t>
            </a:r>
            <a:r>
              <a:rPr lang="en-US">
                <a:latin typeface="Roboto Slab" pitchFamily="2" charset="0"/>
                <a:ea typeface="Roboto Slab" pitchFamily="2" charset="0"/>
              </a:rPr>
              <a:t>,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en</a:t>
            </a:r>
            <a:r>
              <a:rPr lang="en-US">
                <a:latin typeface="Roboto Slab" pitchFamily="2" charset="0"/>
                <a:ea typeface="Roboto Slab" pitchFamily="2" charset="0"/>
              </a:rPr>
              <a:t>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inspringen</a:t>
            </a:r>
            <a:r>
              <a:rPr lang="en-US">
                <a:latin typeface="Roboto Slab" pitchFamily="2" charset="0"/>
                <a:ea typeface="Roboto Slab" pitchFamily="2" charset="0"/>
              </a:rPr>
              <a:t> 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waar</a:t>
            </a:r>
            <a:r>
              <a:rPr lang="en-US">
                <a:latin typeface="Roboto Slab" pitchFamily="2" charset="0"/>
                <a:ea typeface="Roboto Slab" pitchFamily="2" charset="0"/>
              </a:rPr>
              <a:t> je verstand van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hebt</a:t>
            </a:r>
            <a:r>
              <a:rPr lang="en-US">
                <a:latin typeface="Roboto Slab" pitchFamily="2" charset="0"/>
                <a:ea typeface="Roboto Slab" pitchFamily="2" charset="0"/>
              </a:rPr>
              <a:t>.</a:t>
            </a: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Workshops idef0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moeten</a:t>
            </a:r>
            <a:r>
              <a:rPr lang="en-US">
                <a:latin typeface="Roboto Slab" pitchFamily="2" charset="0"/>
                <a:ea typeface="Roboto Slab" pitchFamily="2" charset="0"/>
              </a:rPr>
              <a:t> er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nog</a:t>
            </a:r>
            <a:r>
              <a:rPr lang="en-US">
                <a:latin typeface="Roboto Slab" pitchFamily="2" charset="0"/>
                <a:ea typeface="Roboto Slab" pitchFamily="2" charset="0"/>
              </a:rPr>
              <a:t> in</a:t>
            </a:r>
          </a:p>
        </p:txBody>
      </p:sp>
    </p:spTree>
    <p:extLst>
      <p:ext uri="{BB962C8B-B14F-4D97-AF65-F5344CB8AC3E}">
        <p14:creationId xmlns:p14="http://schemas.microsoft.com/office/powerpoint/2010/main" val="1031525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bg2">
                <a:lumMod val="7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363D7-CF12-2D97-0265-E97F6BFA3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Introduction to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AD7E9-E5A4-250D-9FD8-58363B326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Mr. </a:t>
            </a:r>
            <a:r>
              <a:rPr lang="en-US" err="1">
                <a:latin typeface="Roboto Slab" pitchFamily="2" charset="0"/>
                <a:ea typeface="Roboto Slab" pitchFamily="2" charset="0"/>
              </a:rPr>
              <a:t>Spikker</a:t>
            </a:r>
          </a:p>
          <a:p>
            <a:r>
              <a:rPr lang="en-US" err="1">
                <a:latin typeface="Roboto Slab" pitchFamily="2" charset="0"/>
                <a:ea typeface="Roboto Slab" pitchFamily="2" charset="0"/>
              </a:rPr>
              <a:t>Huima</a:t>
            </a:r>
            <a:r>
              <a:rPr lang="en-US">
                <a:latin typeface="Roboto Slab" pitchFamily="2" charset="0"/>
                <a:ea typeface="Roboto Slab" pitchFamily="2" charset="0"/>
              </a:rPr>
              <a:t> BV</a:t>
            </a: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Deburring of gears</a:t>
            </a: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Proof of concept</a:t>
            </a:r>
          </a:p>
        </p:txBody>
      </p:sp>
      <p:pic>
        <p:nvPicPr>
          <p:cNvPr id="9" name="Picture 8" descr="Deburring and Gear Deburring – Marples Gears">
            <a:extLst>
              <a:ext uri="{FF2B5EF4-FFF2-40B4-BE49-F238E27FC236}">
                <a16:creationId xmlns:a16="http://schemas.microsoft.com/office/drawing/2014/main" id="{FFA2F04C-C7A2-D60F-B03C-3758998394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59" t="2253" r="13099" b="2037"/>
          <a:stretch>
            <a:fillRect/>
          </a:stretch>
        </p:blipFill>
        <p:spPr>
          <a:xfrm>
            <a:off x="6951306" y="288575"/>
            <a:ext cx="4702629" cy="4234295"/>
          </a:xfrm>
          <a:custGeom>
            <a:avLst/>
            <a:gdLst>
              <a:gd name="connsiteX0" fmla="*/ 818794 w 3299761"/>
              <a:gd name="connsiteY0" fmla="*/ 3121 h 2971138"/>
              <a:gd name="connsiteX1" fmla="*/ 1224440 w 3299761"/>
              <a:gd name="connsiteY1" fmla="*/ 169308 h 2971138"/>
              <a:gd name="connsiteX2" fmla="*/ 3024463 w 3299761"/>
              <a:gd name="connsiteY2" fmla="*/ 1640709 h 2971138"/>
              <a:gd name="connsiteX3" fmla="*/ 3130454 w 3299761"/>
              <a:gd name="connsiteY3" fmla="*/ 2695841 h 2971138"/>
              <a:gd name="connsiteX4" fmla="*/ 3130454 w 3299761"/>
              <a:gd name="connsiteY4" fmla="*/ 2695840 h 2971138"/>
              <a:gd name="connsiteX5" fmla="*/ 2075321 w 3299761"/>
              <a:gd name="connsiteY5" fmla="*/ 2801831 h 2971138"/>
              <a:gd name="connsiteX6" fmla="*/ 275299 w 3299761"/>
              <a:gd name="connsiteY6" fmla="*/ 1330431 h 2971138"/>
              <a:gd name="connsiteX7" fmla="*/ 169308 w 3299761"/>
              <a:gd name="connsiteY7" fmla="*/ 275299 h 2971138"/>
              <a:gd name="connsiteX8" fmla="*/ 818794 w 3299761"/>
              <a:gd name="connsiteY8" fmla="*/ 3121 h 297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99761" h="2971138">
                <a:moveTo>
                  <a:pt x="818794" y="3121"/>
                </a:moveTo>
                <a:cubicBezTo>
                  <a:pt x="962622" y="16265"/>
                  <a:pt x="1104202" y="71021"/>
                  <a:pt x="1224440" y="169308"/>
                </a:cubicBezTo>
                <a:cubicBezTo>
                  <a:pt x="1824448" y="659775"/>
                  <a:pt x="2424455" y="1150242"/>
                  <a:pt x="3024463" y="1640709"/>
                </a:cubicBezTo>
                <a:cubicBezTo>
                  <a:pt x="3345099" y="1902808"/>
                  <a:pt x="3392552" y="2375206"/>
                  <a:pt x="3130454" y="2695841"/>
                </a:cubicBezTo>
                <a:lnTo>
                  <a:pt x="3130454" y="2695840"/>
                </a:lnTo>
                <a:cubicBezTo>
                  <a:pt x="2868355" y="3016476"/>
                  <a:pt x="2395957" y="3063929"/>
                  <a:pt x="2075321" y="2801831"/>
                </a:cubicBezTo>
                <a:lnTo>
                  <a:pt x="275299" y="1330431"/>
                </a:lnTo>
                <a:cubicBezTo>
                  <a:pt x="-45337" y="1068332"/>
                  <a:pt x="-92790" y="595934"/>
                  <a:pt x="169308" y="275299"/>
                </a:cubicBezTo>
                <a:cubicBezTo>
                  <a:pt x="333120" y="74901"/>
                  <a:pt x="579080" y="-18784"/>
                  <a:pt x="818794" y="3121"/>
                </a:cubicBezTo>
                <a:close/>
              </a:path>
            </a:pathLst>
          </a:custGeom>
        </p:spPr>
      </p:pic>
      <p:pic>
        <p:nvPicPr>
          <p:cNvPr id="11" name="Picture 10" descr="Gear Processing Process (7 Steps Make You Feel Simple) - Richconn">
            <a:extLst>
              <a:ext uri="{FF2B5EF4-FFF2-40B4-BE49-F238E27FC236}">
                <a16:creationId xmlns:a16="http://schemas.microsoft.com/office/drawing/2014/main" id="{4D4FAE1F-01B0-4DC7-8538-92509A721F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18" t="186" r="14474" b="967"/>
          <a:stretch>
            <a:fillRect/>
          </a:stretch>
        </p:blipFill>
        <p:spPr>
          <a:xfrm>
            <a:off x="6528020" y="3429000"/>
            <a:ext cx="3465064" cy="3219061"/>
          </a:xfrm>
          <a:custGeom>
            <a:avLst/>
            <a:gdLst>
              <a:gd name="connsiteX0" fmla="*/ 814919 w 2677975"/>
              <a:gd name="connsiteY0" fmla="*/ 10 h 2487852"/>
              <a:gd name="connsiteX1" fmla="*/ 1336163 w 2677975"/>
              <a:gd name="connsiteY1" fmla="*/ 184756 h 2487852"/>
              <a:gd name="connsiteX2" fmla="*/ 2377559 w 2677975"/>
              <a:gd name="connsiteY2" fmla="*/ 1036030 h 2487852"/>
              <a:gd name="connsiteX3" fmla="*/ 2493220 w 2677975"/>
              <a:gd name="connsiteY3" fmla="*/ 2187437 h 2487852"/>
              <a:gd name="connsiteX4" fmla="*/ 2493220 w 2677975"/>
              <a:gd name="connsiteY4" fmla="*/ 2187436 h 2487852"/>
              <a:gd name="connsiteX5" fmla="*/ 1341814 w 2677975"/>
              <a:gd name="connsiteY5" fmla="*/ 2303097 h 2487852"/>
              <a:gd name="connsiteX6" fmla="*/ 300418 w 2677975"/>
              <a:gd name="connsiteY6" fmla="*/ 1451825 h 2487852"/>
              <a:gd name="connsiteX7" fmla="*/ 184756 w 2677975"/>
              <a:gd name="connsiteY7" fmla="*/ 300418 h 2487852"/>
              <a:gd name="connsiteX8" fmla="*/ 814919 w 2677975"/>
              <a:gd name="connsiteY8" fmla="*/ 10 h 2487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77975" h="2487852">
                <a:moveTo>
                  <a:pt x="814919" y="10"/>
                </a:moveTo>
                <a:cubicBezTo>
                  <a:pt x="998309" y="-849"/>
                  <a:pt x="1183085" y="59626"/>
                  <a:pt x="1336163" y="184756"/>
                </a:cubicBezTo>
                <a:cubicBezTo>
                  <a:pt x="1683295" y="468514"/>
                  <a:pt x="2030426" y="752272"/>
                  <a:pt x="2377559" y="1036030"/>
                </a:cubicBezTo>
                <a:cubicBezTo>
                  <a:pt x="2727450" y="1322043"/>
                  <a:pt x="2779233" y="1837546"/>
                  <a:pt x="2493220" y="2187437"/>
                </a:cubicBezTo>
                <a:lnTo>
                  <a:pt x="2493220" y="2187436"/>
                </a:lnTo>
                <a:cubicBezTo>
                  <a:pt x="2207207" y="2537327"/>
                  <a:pt x="1691705" y="2589110"/>
                  <a:pt x="1341814" y="2303097"/>
                </a:cubicBezTo>
                <a:lnTo>
                  <a:pt x="300418" y="1451825"/>
                </a:lnTo>
                <a:cubicBezTo>
                  <a:pt x="-49473" y="1165812"/>
                  <a:pt x="-101257" y="650309"/>
                  <a:pt x="184756" y="300418"/>
                </a:cubicBezTo>
                <a:cubicBezTo>
                  <a:pt x="345638" y="103604"/>
                  <a:pt x="579132" y="1114"/>
                  <a:pt x="814919" y="1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47038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bg2">
                <a:lumMod val="7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ECB13-49A3-33F7-1EFC-8F3EB6837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Week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7C87C-B072-12DE-ACD3-28DF7D44B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Choosing of project</a:t>
            </a: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Research about project</a:t>
            </a: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First market research</a:t>
            </a:r>
          </a:p>
        </p:txBody>
      </p:sp>
    </p:spTree>
    <p:extLst>
      <p:ext uri="{BB962C8B-B14F-4D97-AF65-F5344CB8AC3E}">
        <p14:creationId xmlns:p14="http://schemas.microsoft.com/office/powerpoint/2010/main" val="3112016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bg2">
                <a:lumMod val="7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0A303-F254-1291-2CDD-775BADAE7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Week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1A26D-2E6A-F9FB-DE28-C77E618DE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Meeting with client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weekly</a:t>
            </a: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Company visit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Current solution: sandpaper wheel + plastic/steel brush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Manual labor</a:t>
            </a: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Research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Market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project</a:t>
            </a:r>
          </a:p>
        </p:txBody>
      </p:sp>
      <p:pic>
        <p:nvPicPr>
          <p:cNvPr id="1030" name="Picture 6" descr="HUIMA SPECIALS – Drive solutions">
            <a:extLst>
              <a:ext uri="{FF2B5EF4-FFF2-40B4-BE49-F238E27FC236}">
                <a16:creationId xmlns:a16="http://schemas.microsoft.com/office/drawing/2014/main" id="{A62B36F1-5664-20B7-A145-33E5C2073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322" y="1340155"/>
            <a:ext cx="3329331" cy="170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411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bg2">
                <a:lumMod val="7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22430-32E3-E3E6-A750-6E9096667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Week 3</a:t>
            </a:r>
          </a:p>
        </p:txBody>
      </p:sp>
      <p:pic>
        <p:nvPicPr>
          <p:cNvPr id="15" name="Picture 14" descr="A machine with a hole in the center&#10;&#10;AI-generated content may be incorrect.">
            <a:extLst>
              <a:ext uri="{FF2B5EF4-FFF2-40B4-BE49-F238E27FC236}">
                <a16:creationId xmlns:a16="http://schemas.microsoft.com/office/drawing/2014/main" id="{3D776247-637A-AA17-EE92-07367E92B0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" t="-40001" r="-32791" b="-60424"/>
          <a:stretch>
            <a:fillRect/>
          </a:stretch>
        </p:blipFill>
        <p:spPr>
          <a:xfrm>
            <a:off x="5064170" y="-2743201"/>
            <a:ext cx="13642929" cy="13745029"/>
          </a:xfrm>
          <a:prstGeom prst="rect">
            <a:avLst/>
          </a:prstGeom>
          <a:solidFill>
            <a:schemeClr val="bg1"/>
          </a:solidFill>
          <a:effectLst>
            <a:softEdge rad="127000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9A438-8381-6F06-57B7-9E1757138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Function scheme</a:t>
            </a:r>
          </a:p>
          <a:p>
            <a:r>
              <a:rPr lang="en-US" err="1">
                <a:latin typeface="Roboto Slab" pitchFamily="2" charset="0"/>
                <a:ea typeface="Roboto Slab" pitchFamily="2" charset="0"/>
              </a:rPr>
              <a:t>Morfologic</a:t>
            </a:r>
            <a:r>
              <a:rPr lang="en-US">
                <a:latin typeface="Roboto Slab" pitchFamily="2" charset="0"/>
                <a:ea typeface="Roboto Slab" pitchFamily="2" charset="0"/>
              </a:rPr>
              <a:t> scheme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EDM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brush</a:t>
            </a: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first draft requirements document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Table version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Text version</a:t>
            </a:r>
          </a:p>
        </p:txBody>
      </p:sp>
    </p:spTree>
    <p:extLst>
      <p:ext uri="{BB962C8B-B14F-4D97-AF65-F5344CB8AC3E}">
        <p14:creationId xmlns:p14="http://schemas.microsoft.com/office/powerpoint/2010/main" val="4045277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bg2">
                <a:lumMod val="7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5CD1C-34AC-9CA3-73C8-314A009E3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Week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86504-C17A-2DDF-9F5E-FEE00280B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Combined requirements document</a:t>
            </a: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Schedule</a:t>
            </a: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Testing of concepts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EDM would be possible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brush is already proven</a:t>
            </a: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Start of idef0 diagram</a:t>
            </a:r>
          </a:p>
        </p:txBody>
      </p:sp>
    </p:spTree>
    <p:extLst>
      <p:ext uri="{BB962C8B-B14F-4D97-AF65-F5344CB8AC3E}">
        <p14:creationId xmlns:p14="http://schemas.microsoft.com/office/powerpoint/2010/main" val="1134537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bg2">
                <a:lumMod val="7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8D716-6C87-D8D6-715C-FAA96B90A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Week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3833F-F552-FF7D-01CF-D6CE163F0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EDM not an option -&gt; brush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Bed</a:t>
            </a:r>
            <a:endParaRPr lang="en-US">
              <a:latin typeface="Roboto Slab" pitchFamily="2" charset="0"/>
              <a:ea typeface="Roboto Slab" pitchFamily="2" charset="0"/>
              <a:cs typeface="Roboto Slab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/>
                <a:ea typeface="Roboto Slab"/>
                <a:cs typeface="Roboto Slab"/>
              </a:rPr>
              <a:t>Gear tolerances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cost</a:t>
            </a:r>
            <a:endParaRPr lang="en-US">
              <a:latin typeface="Roboto Slab" pitchFamily="2" charset="0"/>
              <a:ea typeface="Roboto Slab" pitchFamily="2" charset="0"/>
              <a:cs typeface="Roboto Slab"/>
            </a:endParaRPr>
          </a:p>
          <a:p>
            <a:r>
              <a:rPr lang="en-US">
                <a:latin typeface="Roboto Slab"/>
                <a:ea typeface="Roboto Slab"/>
                <a:cs typeface="Roboto Slab"/>
              </a:rPr>
              <a:t>IDEF0 diagram </a:t>
            </a:r>
            <a:endParaRPr lang="en-US">
              <a:latin typeface="Roboto Slab" pitchFamily="2" charset="0"/>
              <a:ea typeface="Roboto Slab" pitchFamily="2" charset="0"/>
              <a:cs typeface="Roboto Slab"/>
            </a:endParaRP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Actual concept drawings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2 or 3 axis version?</a:t>
            </a:r>
          </a:p>
        </p:txBody>
      </p:sp>
      <p:pic>
        <p:nvPicPr>
          <p:cNvPr id="3078" name="Picture 6" descr="Industrial Brushes - RSA Cutting Systems">
            <a:extLst>
              <a:ext uri="{FF2B5EF4-FFF2-40B4-BE49-F238E27FC236}">
                <a16:creationId xmlns:a16="http://schemas.microsoft.com/office/drawing/2014/main" id="{83980287-73E8-3FBE-0FBD-D394E5B44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9500" r="93167">
                        <a14:foregroundMark x1="10000" y1="54500" x2="9500" y2="47500"/>
                        <a14:foregroundMark x1="44167" y1="39167" x2="57167" y2="41833"/>
                        <a14:foregroundMark x1="23833" y1="57333" x2="21833" y2="49167"/>
                        <a14:foregroundMark x1="92000" y1="53000" x2="93167" y2="48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537" y="1206500"/>
            <a:ext cx="4970463" cy="497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414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bg2">
                <a:lumMod val="7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31C95-E6A8-96AB-E01D-0836A02D8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Present (week 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DDC9D-B41E-30BF-0E55-ED65A75FF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'final' decision on concept to prove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Presented to company and client</a:t>
            </a: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This presentation</a:t>
            </a: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Calculations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Special parts to look into</a:t>
            </a:r>
          </a:p>
        </p:txBody>
      </p:sp>
    </p:spTree>
    <p:extLst>
      <p:ext uri="{BB962C8B-B14F-4D97-AF65-F5344CB8AC3E}">
        <p14:creationId xmlns:p14="http://schemas.microsoft.com/office/powerpoint/2010/main" val="2667675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bg2">
                <a:lumMod val="7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D04D4-969F-FDBB-A4C7-498D1EA15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C82D0-5BA1-3BBC-9537-3E56DF8C6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Purchase part list</a:t>
            </a:r>
          </a:p>
          <a:p>
            <a:r>
              <a:rPr lang="en-US" err="1">
                <a:latin typeface="Roboto Slab" pitchFamily="2" charset="0"/>
                <a:ea typeface="Roboto Slab" pitchFamily="2" charset="0"/>
              </a:rPr>
              <a:t>Solidworks</a:t>
            </a:r>
            <a:r>
              <a:rPr lang="en-US">
                <a:latin typeface="Roboto Slab" pitchFamily="2" charset="0"/>
                <a:ea typeface="Roboto Slab" pitchFamily="2" charset="0"/>
              </a:rPr>
              <a:t> drawings</a:t>
            </a: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Refinement Schedule for next quartile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Roboto Slab" pitchFamily="2" charset="0"/>
                <a:ea typeface="Roboto Slab" pitchFamily="2" charset="0"/>
              </a:rPr>
              <a:t>Deadlines for different assemblies</a:t>
            </a:r>
          </a:p>
          <a:p>
            <a:r>
              <a:rPr lang="en-US">
                <a:latin typeface="Roboto Slab" pitchFamily="2" charset="0"/>
                <a:ea typeface="Roboto Slab" pitchFamily="2" charset="0"/>
              </a:rPr>
              <a:t>Building, testing, refinement (next quartile)</a:t>
            </a:r>
          </a:p>
        </p:txBody>
      </p:sp>
    </p:spTree>
    <p:extLst>
      <p:ext uri="{BB962C8B-B14F-4D97-AF65-F5344CB8AC3E}">
        <p14:creationId xmlns:p14="http://schemas.microsoft.com/office/powerpoint/2010/main" val="4079094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bg2">
                <a:lumMod val="7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94736-CD76-7742-B03C-D0B141F6E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65779-5C88-C6A4-C09F-21E6C6157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 Slab" pitchFamily="2" charset="0"/>
                <a:ea typeface="Roboto Slab" pitchFamily="2" charset="0"/>
              </a:rPr>
              <a:t>Feel free to ask</a:t>
            </a:r>
          </a:p>
        </p:txBody>
      </p:sp>
    </p:spTree>
    <p:extLst>
      <p:ext uri="{BB962C8B-B14F-4D97-AF65-F5344CB8AC3E}">
        <p14:creationId xmlns:p14="http://schemas.microsoft.com/office/powerpoint/2010/main" val="1085279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4CE4358CF9434AACD5F17CD166EEBE" ma:contentTypeVersion="8" ma:contentTypeDescription="Create a new document." ma:contentTypeScope="" ma:versionID="a5350ab7d98239fb69cc92a03345f279">
  <xsd:schema xmlns:xsd="http://www.w3.org/2001/XMLSchema" xmlns:xs="http://www.w3.org/2001/XMLSchema" xmlns:p="http://schemas.microsoft.com/office/2006/metadata/properties" xmlns:ns2="71fe66e1-c1d4-4b45-94dc-995258161867" targetNamespace="http://schemas.microsoft.com/office/2006/metadata/properties" ma:root="true" ma:fieldsID="24f93c034c71b5d19650234e83e504bf" ns2:_="">
    <xsd:import namespace="71fe66e1-c1d4-4b45-94dc-9952581618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fe66e1-c1d4-4b45-94dc-9952581618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a23b583-fc58-4aef-a739-6987dbfb33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fe66e1-c1d4-4b45-94dc-99525816186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F77BD6F-B829-45DA-8286-E1DB872CBA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F133A0-3A1E-4E3C-821A-CBBA230EDCEA}">
  <ds:schemaRefs>
    <ds:schemaRef ds:uri="71fe66e1-c1d4-4b45-94dc-9952581618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33FC1B7-20D2-4287-AA12-CD981CDCBCBC}">
  <ds:schemaRefs>
    <ds:schemaRef ds:uri="71fe66e1-c1d4-4b45-94dc-99525816186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Status quo gear deburring</vt:lpstr>
      <vt:lpstr>Ter informatie</vt:lpstr>
      <vt:lpstr>Introduction to project</vt:lpstr>
      <vt:lpstr>Week 1</vt:lpstr>
      <vt:lpstr>Week 2</vt:lpstr>
      <vt:lpstr>Week 3</vt:lpstr>
      <vt:lpstr>Week 4</vt:lpstr>
      <vt:lpstr>Week 5</vt:lpstr>
      <vt:lpstr>Present (week 6)</vt:lpstr>
      <vt:lpstr>future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2025-10-03T19:13:45Z</dcterms:created>
  <dcterms:modified xsi:type="dcterms:W3CDTF">2025-10-06T08:32:19Z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0x010100E64CE4358CF9434AACD5F17CD166EEBE</vt:lpwstr>
  </property>
  <property fmtid="{D5CDD505-2E9C-101B-9397-08002B2CF9AE}" pid="3" name="MediaServiceImageTags">
    <vt:lpwstr/>
  </property>
</Properties>
</file>